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70" r:id="rId2"/>
    <p:sldId id="262" r:id="rId3"/>
    <p:sldId id="263" r:id="rId4"/>
    <p:sldId id="271" r:id="rId5"/>
    <p:sldId id="272" r:id="rId6"/>
    <p:sldId id="266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148"/>
    <p:restoredTop sz="97559"/>
  </p:normalViewPr>
  <p:slideViewPr>
    <p:cSldViewPr snapToGrid="0" showGuides="1">
      <p:cViewPr>
        <p:scale>
          <a:sx n="90" d="100"/>
          <a:sy n="90" d="100"/>
        </p:scale>
        <p:origin x="32" y="19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5" cy="36004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9D7C76B-AB7A-C948-8645-3C4F51D01A49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50A0F02-5B7B-5249-9648-98193ACCEFFB}">
      <dgm:prSet phldrT="[Text]"/>
      <dgm:spPr/>
      <dgm:t>
        <a:bodyPr/>
        <a:lstStyle/>
        <a:p>
          <a:r>
            <a:rPr lang="en-US" dirty="0" err="1"/>
            <a:t>Aufsichtsrat</a:t>
          </a:r>
          <a:endParaRPr lang="en-US" dirty="0"/>
        </a:p>
      </dgm:t>
    </dgm:pt>
    <dgm:pt modelId="{7D559E0C-33D9-194A-99C7-803772D6E2F8}" type="parTrans" cxnId="{BD6090EF-7CAA-8646-9A76-208514CFCC55}">
      <dgm:prSet/>
      <dgm:spPr/>
      <dgm:t>
        <a:bodyPr/>
        <a:lstStyle/>
        <a:p>
          <a:endParaRPr lang="en-US"/>
        </a:p>
      </dgm:t>
    </dgm:pt>
    <dgm:pt modelId="{B22E5BAC-5324-1F4A-933D-B08FEEC55CBE}" type="sibTrans" cxnId="{BD6090EF-7CAA-8646-9A76-208514CFCC55}">
      <dgm:prSet/>
      <dgm:spPr/>
      <dgm:t>
        <a:bodyPr/>
        <a:lstStyle/>
        <a:p>
          <a:endParaRPr lang="en-US"/>
        </a:p>
      </dgm:t>
    </dgm:pt>
    <dgm:pt modelId="{6C579508-227C-D642-9980-DC5C7DD56BDD}">
      <dgm:prSet phldrT="[Text]"/>
      <dgm:spPr/>
      <dgm:t>
        <a:bodyPr/>
        <a:lstStyle/>
        <a:p>
          <a:r>
            <a:rPr lang="en-US" dirty="0" err="1"/>
            <a:t>Finanzen</a:t>
          </a:r>
          <a:endParaRPr lang="en-US" dirty="0"/>
        </a:p>
      </dgm:t>
    </dgm:pt>
    <dgm:pt modelId="{14664538-BBB4-A445-AEC6-36B9644260B8}" type="parTrans" cxnId="{2923A8FB-684C-3349-9207-9BAA1C0BAAB1}">
      <dgm:prSet/>
      <dgm:spPr/>
      <dgm:t>
        <a:bodyPr/>
        <a:lstStyle/>
        <a:p>
          <a:endParaRPr lang="en-US"/>
        </a:p>
      </dgm:t>
    </dgm:pt>
    <dgm:pt modelId="{85AE7712-81D3-B342-8599-69AEC30D2DA7}" type="sibTrans" cxnId="{2923A8FB-684C-3349-9207-9BAA1C0BAAB1}">
      <dgm:prSet/>
      <dgm:spPr/>
      <dgm:t>
        <a:bodyPr/>
        <a:lstStyle/>
        <a:p>
          <a:endParaRPr lang="en-US"/>
        </a:p>
      </dgm:t>
    </dgm:pt>
    <dgm:pt modelId="{68B96863-0D17-BC49-BE42-020D386CE8E6}">
      <dgm:prSet phldrT="[Text]"/>
      <dgm:spPr/>
      <dgm:t>
        <a:bodyPr/>
        <a:lstStyle/>
        <a:p>
          <a:r>
            <a:rPr lang="en-US" dirty="0" err="1"/>
            <a:t>Vertrieb</a:t>
          </a:r>
          <a:endParaRPr lang="en-US" dirty="0"/>
        </a:p>
      </dgm:t>
    </dgm:pt>
    <dgm:pt modelId="{208CDEAD-5FA7-6541-9054-80418F481FDA}" type="parTrans" cxnId="{54D24D21-B034-294D-99A0-E6AE88A54B60}">
      <dgm:prSet/>
      <dgm:spPr/>
      <dgm:t>
        <a:bodyPr/>
        <a:lstStyle/>
        <a:p>
          <a:endParaRPr lang="en-US"/>
        </a:p>
      </dgm:t>
    </dgm:pt>
    <dgm:pt modelId="{7BA313D8-E6EA-DD43-BB9D-04D4A162527C}" type="sibTrans" cxnId="{54D24D21-B034-294D-99A0-E6AE88A54B60}">
      <dgm:prSet/>
      <dgm:spPr/>
      <dgm:t>
        <a:bodyPr/>
        <a:lstStyle/>
        <a:p>
          <a:endParaRPr lang="en-US"/>
        </a:p>
      </dgm:t>
    </dgm:pt>
    <dgm:pt modelId="{2D97E0A5-32A3-9245-85F0-9E07EB96952E}">
      <dgm:prSet phldrT="[Text]"/>
      <dgm:spPr/>
      <dgm:t>
        <a:bodyPr/>
        <a:lstStyle/>
        <a:p>
          <a:r>
            <a:rPr lang="en-US" dirty="0" err="1"/>
            <a:t>Entwicklung</a:t>
          </a:r>
          <a:endParaRPr lang="en-US" dirty="0"/>
        </a:p>
      </dgm:t>
    </dgm:pt>
    <dgm:pt modelId="{623C9453-7607-C74F-A497-856DB6916B8E}" type="parTrans" cxnId="{2EEF47A4-4056-CD47-813D-B8F9C4263553}">
      <dgm:prSet/>
      <dgm:spPr/>
      <dgm:t>
        <a:bodyPr/>
        <a:lstStyle/>
        <a:p>
          <a:endParaRPr lang="en-US"/>
        </a:p>
      </dgm:t>
    </dgm:pt>
    <dgm:pt modelId="{DD84EA46-7A2A-5E4D-AD91-664558943157}" type="sibTrans" cxnId="{2EEF47A4-4056-CD47-813D-B8F9C4263553}">
      <dgm:prSet/>
      <dgm:spPr/>
      <dgm:t>
        <a:bodyPr/>
        <a:lstStyle/>
        <a:p>
          <a:endParaRPr lang="en-US"/>
        </a:p>
      </dgm:t>
    </dgm:pt>
    <dgm:pt modelId="{1474C0ED-A84D-624A-A131-A4CEC839B650}">
      <dgm:prSet phldrT="[Text]"/>
      <dgm:spPr/>
      <dgm:t>
        <a:bodyPr/>
        <a:lstStyle/>
        <a:p>
          <a:r>
            <a:rPr lang="en-US" dirty="0"/>
            <a:t>Produktion</a:t>
          </a:r>
        </a:p>
      </dgm:t>
    </dgm:pt>
    <dgm:pt modelId="{CA67CB73-D092-B046-B1DE-D9F847ADF8D5}" type="parTrans" cxnId="{DE3DE2D2-5151-D848-9454-9D327F86CEFA}">
      <dgm:prSet/>
      <dgm:spPr/>
      <dgm:t>
        <a:bodyPr/>
        <a:lstStyle/>
        <a:p>
          <a:endParaRPr lang="en-US"/>
        </a:p>
      </dgm:t>
    </dgm:pt>
    <dgm:pt modelId="{37782474-CDF2-7C42-8E18-B88FF20314A7}" type="sibTrans" cxnId="{DE3DE2D2-5151-D848-9454-9D327F86CEFA}">
      <dgm:prSet/>
      <dgm:spPr/>
      <dgm:t>
        <a:bodyPr/>
        <a:lstStyle/>
        <a:p>
          <a:endParaRPr lang="en-US"/>
        </a:p>
      </dgm:t>
    </dgm:pt>
    <dgm:pt modelId="{0DC75115-B9DC-8148-B319-6D34AC956E87}" type="asst">
      <dgm:prSet phldrT="[Text]"/>
      <dgm:spPr/>
      <dgm:t>
        <a:bodyPr/>
        <a:lstStyle/>
        <a:p>
          <a:r>
            <a:rPr lang="en-US" dirty="0"/>
            <a:t>CEO</a:t>
          </a:r>
        </a:p>
      </dgm:t>
    </dgm:pt>
    <dgm:pt modelId="{8950EDEB-B6F2-A544-82D5-AF628DD3F905}" type="parTrans" cxnId="{7C08D038-1B97-DF48-95F2-EBAB057DF7BA}">
      <dgm:prSet/>
      <dgm:spPr/>
      <dgm:t>
        <a:bodyPr/>
        <a:lstStyle/>
        <a:p>
          <a:endParaRPr lang="en-US"/>
        </a:p>
      </dgm:t>
    </dgm:pt>
    <dgm:pt modelId="{6EAAF54E-72C4-9B47-BF92-8AF5E621C139}" type="sibTrans" cxnId="{7C08D038-1B97-DF48-95F2-EBAB057DF7BA}">
      <dgm:prSet/>
      <dgm:spPr/>
      <dgm:t>
        <a:bodyPr/>
        <a:lstStyle/>
        <a:p>
          <a:endParaRPr lang="en-US"/>
        </a:p>
      </dgm:t>
    </dgm:pt>
    <dgm:pt modelId="{389E3CF9-ED24-6C43-8ED5-B24BC54CC4B5}" type="pres">
      <dgm:prSet presAssocID="{19D7C76B-AB7A-C948-8645-3C4F51D01A4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DE9069C-42A2-524A-B859-A5648CF9BD79}" type="pres">
      <dgm:prSet presAssocID="{050A0F02-5B7B-5249-9648-98193ACCEFFB}" presName="hierRoot1" presStyleCnt="0">
        <dgm:presLayoutVars>
          <dgm:hierBranch val="init"/>
        </dgm:presLayoutVars>
      </dgm:prSet>
      <dgm:spPr/>
    </dgm:pt>
    <dgm:pt modelId="{E9C03270-E6CD-2B4D-ACBD-46E3494DB0E8}" type="pres">
      <dgm:prSet presAssocID="{050A0F02-5B7B-5249-9648-98193ACCEFFB}" presName="rootComposite1" presStyleCnt="0"/>
      <dgm:spPr/>
    </dgm:pt>
    <dgm:pt modelId="{5DC5C8F4-70FD-C045-A5E0-E21B4D72018A}" type="pres">
      <dgm:prSet presAssocID="{050A0F02-5B7B-5249-9648-98193ACCEFFB}" presName="rootText1" presStyleLbl="node0" presStyleIdx="0" presStyleCnt="1">
        <dgm:presLayoutVars>
          <dgm:chPref val="3"/>
        </dgm:presLayoutVars>
      </dgm:prSet>
      <dgm:spPr/>
    </dgm:pt>
    <dgm:pt modelId="{40FE4A91-611D-0848-AF1E-1346C8C01F8D}" type="pres">
      <dgm:prSet presAssocID="{050A0F02-5B7B-5249-9648-98193ACCEFFB}" presName="rootConnector1" presStyleLbl="node1" presStyleIdx="0" presStyleCnt="0"/>
      <dgm:spPr/>
    </dgm:pt>
    <dgm:pt modelId="{A52E62A9-DD05-8044-8729-D5AE630CE34D}" type="pres">
      <dgm:prSet presAssocID="{050A0F02-5B7B-5249-9648-98193ACCEFFB}" presName="hierChild2" presStyleCnt="0"/>
      <dgm:spPr/>
    </dgm:pt>
    <dgm:pt modelId="{7C89AC6C-50A5-564E-A829-7D2DFF0B8E44}" type="pres">
      <dgm:prSet presAssocID="{14664538-BBB4-A445-AEC6-36B9644260B8}" presName="Name37" presStyleLbl="parChTrans1D2" presStyleIdx="0" presStyleCnt="5"/>
      <dgm:spPr/>
    </dgm:pt>
    <dgm:pt modelId="{4C70CB35-FD29-ED41-A512-5722F2965F1E}" type="pres">
      <dgm:prSet presAssocID="{6C579508-227C-D642-9980-DC5C7DD56BDD}" presName="hierRoot2" presStyleCnt="0">
        <dgm:presLayoutVars>
          <dgm:hierBranch val="init"/>
        </dgm:presLayoutVars>
      </dgm:prSet>
      <dgm:spPr/>
    </dgm:pt>
    <dgm:pt modelId="{86773431-F422-D74C-A00D-0F82EB47FCBE}" type="pres">
      <dgm:prSet presAssocID="{6C579508-227C-D642-9980-DC5C7DD56BDD}" presName="rootComposite" presStyleCnt="0"/>
      <dgm:spPr/>
    </dgm:pt>
    <dgm:pt modelId="{7425D222-B1D0-094D-8476-503AF821CCDA}" type="pres">
      <dgm:prSet presAssocID="{6C579508-227C-D642-9980-DC5C7DD56BDD}" presName="rootText" presStyleLbl="node2" presStyleIdx="0" presStyleCnt="4">
        <dgm:presLayoutVars>
          <dgm:chPref val="3"/>
        </dgm:presLayoutVars>
      </dgm:prSet>
      <dgm:spPr/>
    </dgm:pt>
    <dgm:pt modelId="{512BF351-D031-F045-9FE7-5EA76526BEFA}" type="pres">
      <dgm:prSet presAssocID="{6C579508-227C-D642-9980-DC5C7DD56BDD}" presName="rootConnector" presStyleLbl="node2" presStyleIdx="0" presStyleCnt="4"/>
      <dgm:spPr/>
    </dgm:pt>
    <dgm:pt modelId="{F5ABB4CE-9963-DC4B-AFB3-528ACEF4203F}" type="pres">
      <dgm:prSet presAssocID="{6C579508-227C-D642-9980-DC5C7DD56BDD}" presName="hierChild4" presStyleCnt="0"/>
      <dgm:spPr/>
    </dgm:pt>
    <dgm:pt modelId="{0B07386A-8A45-3548-B0C6-954DDD3F7B3C}" type="pres">
      <dgm:prSet presAssocID="{6C579508-227C-D642-9980-DC5C7DD56BDD}" presName="hierChild5" presStyleCnt="0"/>
      <dgm:spPr/>
    </dgm:pt>
    <dgm:pt modelId="{6B3C8F76-6DD2-EA4B-82F5-EF463442DCDF}" type="pres">
      <dgm:prSet presAssocID="{208CDEAD-5FA7-6541-9054-80418F481FDA}" presName="Name37" presStyleLbl="parChTrans1D2" presStyleIdx="1" presStyleCnt="5"/>
      <dgm:spPr/>
    </dgm:pt>
    <dgm:pt modelId="{8B8B65EC-8EE9-3F49-9871-176B1C9124D4}" type="pres">
      <dgm:prSet presAssocID="{68B96863-0D17-BC49-BE42-020D386CE8E6}" presName="hierRoot2" presStyleCnt="0">
        <dgm:presLayoutVars>
          <dgm:hierBranch val="init"/>
        </dgm:presLayoutVars>
      </dgm:prSet>
      <dgm:spPr/>
    </dgm:pt>
    <dgm:pt modelId="{5562A0AA-C164-FD4F-AB80-530EA2D1CE83}" type="pres">
      <dgm:prSet presAssocID="{68B96863-0D17-BC49-BE42-020D386CE8E6}" presName="rootComposite" presStyleCnt="0"/>
      <dgm:spPr/>
    </dgm:pt>
    <dgm:pt modelId="{AF482C45-5CF8-4B4E-AD7A-7141F5A4F22E}" type="pres">
      <dgm:prSet presAssocID="{68B96863-0D17-BC49-BE42-020D386CE8E6}" presName="rootText" presStyleLbl="node2" presStyleIdx="1" presStyleCnt="4">
        <dgm:presLayoutVars>
          <dgm:chPref val="3"/>
        </dgm:presLayoutVars>
      </dgm:prSet>
      <dgm:spPr/>
    </dgm:pt>
    <dgm:pt modelId="{5C6EF4C2-3961-254A-94DA-BB4E87573A16}" type="pres">
      <dgm:prSet presAssocID="{68B96863-0D17-BC49-BE42-020D386CE8E6}" presName="rootConnector" presStyleLbl="node2" presStyleIdx="1" presStyleCnt="4"/>
      <dgm:spPr/>
    </dgm:pt>
    <dgm:pt modelId="{86F81B81-D41F-0944-AED3-2A0268D3A24A}" type="pres">
      <dgm:prSet presAssocID="{68B96863-0D17-BC49-BE42-020D386CE8E6}" presName="hierChild4" presStyleCnt="0"/>
      <dgm:spPr/>
    </dgm:pt>
    <dgm:pt modelId="{A306EAB7-BF24-DB48-9375-015BE951EB4A}" type="pres">
      <dgm:prSet presAssocID="{68B96863-0D17-BC49-BE42-020D386CE8E6}" presName="hierChild5" presStyleCnt="0"/>
      <dgm:spPr/>
    </dgm:pt>
    <dgm:pt modelId="{7C13EEEA-9ED1-C145-9053-4005B359DDC9}" type="pres">
      <dgm:prSet presAssocID="{623C9453-7607-C74F-A497-856DB6916B8E}" presName="Name37" presStyleLbl="parChTrans1D2" presStyleIdx="2" presStyleCnt="5"/>
      <dgm:spPr/>
    </dgm:pt>
    <dgm:pt modelId="{9C3CCED9-7228-814B-BFC6-9A2B2F1A273E}" type="pres">
      <dgm:prSet presAssocID="{2D97E0A5-32A3-9245-85F0-9E07EB96952E}" presName="hierRoot2" presStyleCnt="0">
        <dgm:presLayoutVars>
          <dgm:hierBranch val="init"/>
        </dgm:presLayoutVars>
      </dgm:prSet>
      <dgm:spPr/>
    </dgm:pt>
    <dgm:pt modelId="{CA59318D-3F7D-7C44-9F31-585CB082F18E}" type="pres">
      <dgm:prSet presAssocID="{2D97E0A5-32A3-9245-85F0-9E07EB96952E}" presName="rootComposite" presStyleCnt="0"/>
      <dgm:spPr/>
    </dgm:pt>
    <dgm:pt modelId="{701DF199-2E1C-DE4F-8914-6E3A92143B62}" type="pres">
      <dgm:prSet presAssocID="{2D97E0A5-32A3-9245-85F0-9E07EB96952E}" presName="rootText" presStyleLbl="node2" presStyleIdx="2" presStyleCnt="4">
        <dgm:presLayoutVars>
          <dgm:chPref val="3"/>
        </dgm:presLayoutVars>
      </dgm:prSet>
      <dgm:spPr/>
    </dgm:pt>
    <dgm:pt modelId="{A0E0D883-A34D-EE4E-838A-DC8DE4598EC8}" type="pres">
      <dgm:prSet presAssocID="{2D97E0A5-32A3-9245-85F0-9E07EB96952E}" presName="rootConnector" presStyleLbl="node2" presStyleIdx="2" presStyleCnt="4"/>
      <dgm:spPr/>
    </dgm:pt>
    <dgm:pt modelId="{6CF81946-822B-384F-BA81-E190C89C13D8}" type="pres">
      <dgm:prSet presAssocID="{2D97E0A5-32A3-9245-85F0-9E07EB96952E}" presName="hierChild4" presStyleCnt="0"/>
      <dgm:spPr/>
    </dgm:pt>
    <dgm:pt modelId="{85DFB5AD-2AF5-E549-9390-09A2C1370E20}" type="pres">
      <dgm:prSet presAssocID="{2D97E0A5-32A3-9245-85F0-9E07EB96952E}" presName="hierChild5" presStyleCnt="0"/>
      <dgm:spPr/>
    </dgm:pt>
    <dgm:pt modelId="{AF722BBD-5C43-D24E-9F5D-BAEE0E5B47D1}" type="pres">
      <dgm:prSet presAssocID="{CA67CB73-D092-B046-B1DE-D9F847ADF8D5}" presName="Name37" presStyleLbl="parChTrans1D2" presStyleIdx="3" presStyleCnt="5"/>
      <dgm:spPr/>
    </dgm:pt>
    <dgm:pt modelId="{2C1072BD-874E-5D4A-A31A-3862F57631F7}" type="pres">
      <dgm:prSet presAssocID="{1474C0ED-A84D-624A-A131-A4CEC839B650}" presName="hierRoot2" presStyleCnt="0">
        <dgm:presLayoutVars>
          <dgm:hierBranch val="init"/>
        </dgm:presLayoutVars>
      </dgm:prSet>
      <dgm:spPr/>
    </dgm:pt>
    <dgm:pt modelId="{A24B59D0-A80E-7249-BC35-75176DCF33EF}" type="pres">
      <dgm:prSet presAssocID="{1474C0ED-A84D-624A-A131-A4CEC839B650}" presName="rootComposite" presStyleCnt="0"/>
      <dgm:spPr/>
    </dgm:pt>
    <dgm:pt modelId="{7F69E246-C24B-F34D-B8D0-273996625A98}" type="pres">
      <dgm:prSet presAssocID="{1474C0ED-A84D-624A-A131-A4CEC839B650}" presName="rootText" presStyleLbl="node2" presStyleIdx="3" presStyleCnt="4">
        <dgm:presLayoutVars>
          <dgm:chPref val="3"/>
        </dgm:presLayoutVars>
      </dgm:prSet>
      <dgm:spPr/>
    </dgm:pt>
    <dgm:pt modelId="{7C2C40A8-5427-0145-BE53-9B3D326AF59C}" type="pres">
      <dgm:prSet presAssocID="{1474C0ED-A84D-624A-A131-A4CEC839B650}" presName="rootConnector" presStyleLbl="node2" presStyleIdx="3" presStyleCnt="4"/>
      <dgm:spPr/>
    </dgm:pt>
    <dgm:pt modelId="{A10C0384-CCA2-E54A-8D3C-D8957455BF94}" type="pres">
      <dgm:prSet presAssocID="{1474C0ED-A84D-624A-A131-A4CEC839B650}" presName="hierChild4" presStyleCnt="0"/>
      <dgm:spPr/>
    </dgm:pt>
    <dgm:pt modelId="{0389EBEC-D387-6343-9ADD-77B327A58B25}" type="pres">
      <dgm:prSet presAssocID="{1474C0ED-A84D-624A-A131-A4CEC839B650}" presName="hierChild5" presStyleCnt="0"/>
      <dgm:spPr/>
    </dgm:pt>
    <dgm:pt modelId="{2213209E-55B5-1547-98AC-61DFDB637D64}" type="pres">
      <dgm:prSet presAssocID="{050A0F02-5B7B-5249-9648-98193ACCEFFB}" presName="hierChild3" presStyleCnt="0"/>
      <dgm:spPr/>
    </dgm:pt>
    <dgm:pt modelId="{FE59479F-1148-1F4C-9F64-C69B57C5ED28}" type="pres">
      <dgm:prSet presAssocID="{8950EDEB-B6F2-A544-82D5-AF628DD3F905}" presName="Name111" presStyleLbl="parChTrans1D2" presStyleIdx="4" presStyleCnt="5"/>
      <dgm:spPr/>
    </dgm:pt>
    <dgm:pt modelId="{94A54E76-BCE0-404B-9130-25A64B10FFC1}" type="pres">
      <dgm:prSet presAssocID="{0DC75115-B9DC-8148-B319-6D34AC956E87}" presName="hierRoot3" presStyleCnt="0">
        <dgm:presLayoutVars>
          <dgm:hierBranch val="init"/>
        </dgm:presLayoutVars>
      </dgm:prSet>
      <dgm:spPr/>
    </dgm:pt>
    <dgm:pt modelId="{6DCEB0D8-D68C-7E4E-A623-C466D7C6D5E7}" type="pres">
      <dgm:prSet presAssocID="{0DC75115-B9DC-8148-B319-6D34AC956E87}" presName="rootComposite3" presStyleCnt="0"/>
      <dgm:spPr/>
    </dgm:pt>
    <dgm:pt modelId="{85C03146-02B4-E44F-B210-6DFC9FE11F3B}" type="pres">
      <dgm:prSet presAssocID="{0DC75115-B9DC-8148-B319-6D34AC956E87}" presName="rootText3" presStyleLbl="asst1" presStyleIdx="0" presStyleCnt="1">
        <dgm:presLayoutVars>
          <dgm:chPref val="3"/>
        </dgm:presLayoutVars>
      </dgm:prSet>
      <dgm:spPr/>
    </dgm:pt>
    <dgm:pt modelId="{59BE055C-9D12-2040-AACE-030FC5654171}" type="pres">
      <dgm:prSet presAssocID="{0DC75115-B9DC-8148-B319-6D34AC956E87}" presName="rootConnector3" presStyleLbl="asst1" presStyleIdx="0" presStyleCnt="1"/>
      <dgm:spPr/>
    </dgm:pt>
    <dgm:pt modelId="{2B620E70-3C47-1945-A0B8-5EE649DBBDEA}" type="pres">
      <dgm:prSet presAssocID="{0DC75115-B9DC-8148-B319-6D34AC956E87}" presName="hierChild6" presStyleCnt="0"/>
      <dgm:spPr/>
    </dgm:pt>
    <dgm:pt modelId="{ECFBD693-0426-7545-9653-AE83787213BE}" type="pres">
      <dgm:prSet presAssocID="{0DC75115-B9DC-8148-B319-6D34AC956E87}" presName="hierChild7" presStyleCnt="0"/>
      <dgm:spPr/>
    </dgm:pt>
  </dgm:ptLst>
  <dgm:cxnLst>
    <dgm:cxn modelId="{469D5108-8A85-9344-89F4-5E3A10906435}" type="presOf" srcId="{1474C0ED-A84D-624A-A131-A4CEC839B650}" destId="{7F69E246-C24B-F34D-B8D0-273996625A98}" srcOrd="0" destOrd="0" presId="urn:microsoft.com/office/officeart/2005/8/layout/orgChart1"/>
    <dgm:cxn modelId="{7EDA1F0C-EC69-1143-811B-1D0C1A67ED45}" type="presOf" srcId="{68B96863-0D17-BC49-BE42-020D386CE8E6}" destId="{5C6EF4C2-3961-254A-94DA-BB4E87573A16}" srcOrd="1" destOrd="0" presId="urn:microsoft.com/office/officeart/2005/8/layout/orgChart1"/>
    <dgm:cxn modelId="{41871D13-288D-F44A-8925-DAEF2C7A7D22}" type="presOf" srcId="{8950EDEB-B6F2-A544-82D5-AF628DD3F905}" destId="{FE59479F-1148-1F4C-9F64-C69B57C5ED28}" srcOrd="0" destOrd="0" presId="urn:microsoft.com/office/officeart/2005/8/layout/orgChart1"/>
    <dgm:cxn modelId="{54D24D21-B034-294D-99A0-E6AE88A54B60}" srcId="{050A0F02-5B7B-5249-9648-98193ACCEFFB}" destId="{68B96863-0D17-BC49-BE42-020D386CE8E6}" srcOrd="2" destOrd="0" parTransId="{208CDEAD-5FA7-6541-9054-80418F481FDA}" sibTransId="{7BA313D8-E6EA-DD43-BB9D-04D4A162527C}"/>
    <dgm:cxn modelId="{D295AF26-22DE-364B-8ABA-856B1E242B73}" type="presOf" srcId="{050A0F02-5B7B-5249-9648-98193ACCEFFB}" destId="{5DC5C8F4-70FD-C045-A5E0-E21B4D72018A}" srcOrd="0" destOrd="0" presId="urn:microsoft.com/office/officeart/2005/8/layout/orgChart1"/>
    <dgm:cxn modelId="{7850DA36-5914-594D-BACD-0F4CD36B8DC6}" type="presOf" srcId="{208CDEAD-5FA7-6541-9054-80418F481FDA}" destId="{6B3C8F76-6DD2-EA4B-82F5-EF463442DCDF}" srcOrd="0" destOrd="0" presId="urn:microsoft.com/office/officeart/2005/8/layout/orgChart1"/>
    <dgm:cxn modelId="{7C08D038-1B97-DF48-95F2-EBAB057DF7BA}" srcId="{050A0F02-5B7B-5249-9648-98193ACCEFFB}" destId="{0DC75115-B9DC-8148-B319-6D34AC956E87}" srcOrd="0" destOrd="0" parTransId="{8950EDEB-B6F2-A544-82D5-AF628DD3F905}" sibTransId="{6EAAF54E-72C4-9B47-BF92-8AF5E621C139}"/>
    <dgm:cxn modelId="{392E455B-8989-B247-AF6D-996589F9431E}" type="presOf" srcId="{0DC75115-B9DC-8148-B319-6D34AC956E87}" destId="{59BE055C-9D12-2040-AACE-030FC5654171}" srcOrd="1" destOrd="0" presId="urn:microsoft.com/office/officeart/2005/8/layout/orgChart1"/>
    <dgm:cxn modelId="{4A4F5C76-C303-0B49-AC48-D611607641A1}" type="presOf" srcId="{2D97E0A5-32A3-9245-85F0-9E07EB96952E}" destId="{A0E0D883-A34D-EE4E-838A-DC8DE4598EC8}" srcOrd="1" destOrd="0" presId="urn:microsoft.com/office/officeart/2005/8/layout/orgChart1"/>
    <dgm:cxn modelId="{56DCBD78-D4FC-E840-86EB-982623E75D73}" type="presOf" srcId="{19D7C76B-AB7A-C948-8645-3C4F51D01A49}" destId="{389E3CF9-ED24-6C43-8ED5-B24BC54CC4B5}" srcOrd="0" destOrd="0" presId="urn:microsoft.com/office/officeart/2005/8/layout/orgChart1"/>
    <dgm:cxn modelId="{31F02E83-3340-3F40-87CB-8D7B368BC1DF}" type="presOf" srcId="{1474C0ED-A84D-624A-A131-A4CEC839B650}" destId="{7C2C40A8-5427-0145-BE53-9B3D326AF59C}" srcOrd="1" destOrd="0" presId="urn:microsoft.com/office/officeart/2005/8/layout/orgChart1"/>
    <dgm:cxn modelId="{72976999-A1AE-1246-B552-6D4AFA0E9E22}" type="presOf" srcId="{CA67CB73-D092-B046-B1DE-D9F847ADF8D5}" destId="{AF722BBD-5C43-D24E-9F5D-BAEE0E5B47D1}" srcOrd="0" destOrd="0" presId="urn:microsoft.com/office/officeart/2005/8/layout/orgChart1"/>
    <dgm:cxn modelId="{85438A9B-4635-604E-A579-6A212EB44733}" type="presOf" srcId="{0DC75115-B9DC-8148-B319-6D34AC956E87}" destId="{85C03146-02B4-E44F-B210-6DFC9FE11F3B}" srcOrd="0" destOrd="0" presId="urn:microsoft.com/office/officeart/2005/8/layout/orgChart1"/>
    <dgm:cxn modelId="{C7F135A0-A6B9-A34A-BCA5-9160FE0E33ED}" type="presOf" srcId="{6C579508-227C-D642-9980-DC5C7DD56BDD}" destId="{7425D222-B1D0-094D-8476-503AF821CCDA}" srcOrd="0" destOrd="0" presId="urn:microsoft.com/office/officeart/2005/8/layout/orgChart1"/>
    <dgm:cxn modelId="{2EEF47A4-4056-CD47-813D-B8F9C4263553}" srcId="{050A0F02-5B7B-5249-9648-98193ACCEFFB}" destId="{2D97E0A5-32A3-9245-85F0-9E07EB96952E}" srcOrd="3" destOrd="0" parTransId="{623C9453-7607-C74F-A497-856DB6916B8E}" sibTransId="{DD84EA46-7A2A-5E4D-AD91-664558943157}"/>
    <dgm:cxn modelId="{8DC584A7-8F90-5548-B267-6AD06C62383D}" type="presOf" srcId="{623C9453-7607-C74F-A497-856DB6916B8E}" destId="{7C13EEEA-9ED1-C145-9053-4005B359DDC9}" srcOrd="0" destOrd="0" presId="urn:microsoft.com/office/officeart/2005/8/layout/orgChart1"/>
    <dgm:cxn modelId="{38E1E6CB-6D82-8449-A722-79F604BCC7D3}" type="presOf" srcId="{2D97E0A5-32A3-9245-85F0-9E07EB96952E}" destId="{701DF199-2E1C-DE4F-8914-6E3A92143B62}" srcOrd="0" destOrd="0" presId="urn:microsoft.com/office/officeart/2005/8/layout/orgChart1"/>
    <dgm:cxn modelId="{DE3DE2D2-5151-D848-9454-9D327F86CEFA}" srcId="{050A0F02-5B7B-5249-9648-98193ACCEFFB}" destId="{1474C0ED-A84D-624A-A131-A4CEC839B650}" srcOrd="4" destOrd="0" parTransId="{CA67CB73-D092-B046-B1DE-D9F847ADF8D5}" sibTransId="{37782474-CDF2-7C42-8E18-B88FF20314A7}"/>
    <dgm:cxn modelId="{A0D40FDC-8353-2D4C-9D56-28E5D121FA42}" type="presOf" srcId="{050A0F02-5B7B-5249-9648-98193ACCEFFB}" destId="{40FE4A91-611D-0848-AF1E-1346C8C01F8D}" srcOrd="1" destOrd="0" presId="urn:microsoft.com/office/officeart/2005/8/layout/orgChart1"/>
    <dgm:cxn modelId="{F58AF8E2-52E8-104C-BEE7-28EAEBD7C6A9}" type="presOf" srcId="{68B96863-0D17-BC49-BE42-020D386CE8E6}" destId="{AF482C45-5CF8-4B4E-AD7A-7141F5A4F22E}" srcOrd="0" destOrd="0" presId="urn:microsoft.com/office/officeart/2005/8/layout/orgChart1"/>
    <dgm:cxn modelId="{A83A09E3-2A9A-6C45-975C-0AD6ED612A4A}" type="presOf" srcId="{6C579508-227C-D642-9980-DC5C7DD56BDD}" destId="{512BF351-D031-F045-9FE7-5EA76526BEFA}" srcOrd="1" destOrd="0" presId="urn:microsoft.com/office/officeart/2005/8/layout/orgChart1"/>
    <dgm:cxn modelId="{693FBCED-02B4-F647-B832-AF79E40DA2F8}" type="presOf" srcId="{14664538-BBB4-A445-AEC6-36B9644260B8}" destId="{7C89AC6C-50A5-564E-A829-7D2DFF0B8E44}" srcOrd="0" destOrd="0" presId="urn:microsoft.com/office/officeart/2005/8/layout/orgChart1"/>
    <dgm:cxn modelId="{BD6090EF-7CAA-8646-9A76-208514CFCC55}" srcId="{19D7C76B-AB7A-C948-8645-3C4F51D01A49}" destId="{050A0F02-5B7B-5249-9648-98193ACCEFFB}" srcOrd="0" destOrd="0" parTransId="{7D559E0C-33D9-194A-99C7-803772D6E2F8}" sibTransId="{B22E5BAC-5324-1F4A-933D-B08FEEC55CBE}"/>
    <dgm:cxn modelId="{2923A8FB-684C-3349-9207-9BAA1C0BAAB1}" srcId="{050A0F02-5B7B-5249-9648-98193ACCEFFB}" destId="{6C579508-227C-D642-9980-DC5C7DD56BDD}" srcOrd="1" destOrd="0" parTransId="{14664538-BBB4-A445-AEC6-36B9644260B8}" sibTransId="{85AE7712-81D3-B342-8599-69AEC30D2DA7}"/>
    <dgm:cxn modelId="{C0713573-C9A6-A74C-B191-5DF16C5588B0}" type="presParOf" srcId="{389E3CF9-ED24-6C43-8ED5-B24BC54CC4B5}" destId="{5DE9069C-42A2-524A-B859-A5648CF9BD79}" srcOrd="0" destOrd="0" presId="urn:microsoft.com/office/officeart/2005/8/layout/orgChart1"/>
    <dgm:cxn modelId="{73F9DDF0-64E4-6342-87FF-8C5DA8611BD3}" type="presParOf" srcId="{5DE9069C-42A2-524A-B859-A5648CF9BD79}" destId="{E9C03270-E6CD-2B4D-ACBD-46E3494DB0E8}" srcOrd="0" destOrd="0" presId="urn:microsoft.com/office/officeart/2005/8/layout/orgChart1"/>
    <dgm:cxn modelId="{5E429CF4-5733-6743-A0C4-D447FADAC4A6}" type="presParOf" srcId="{E9C03270-E6CD-2B4D-ACBD-46E3494DB0E8}" destId="{5DC5C8F4-70FD-C045-A5E0-E21B4D72018A}" srcOrd="0" destOrd="0" presId="urn:microsoft.com/office/officeart/2005/8/layout/orgChart1"/>
    <dgm:cxn modelId="{C3A1ACAB-4362-C145-9D10-711E5B936DBF}" type="presParOf" srcId="{E9C03270-E6CD-2B4D-ACBD-46E3494DB0E8}" destId="{40FE4A91-611D-0848-AF1E-1346C8C01F8D}" srcOrd="1" destOrd="0" presId="urn:microsoft.com/office/officeart/2005/8/layout/orgChart1"/>
    <dgm:cxn modelId="{A1AF6DF9-A570-004F-B99F-10C766371CF7}" type="presParOf" srcId="{5DE9069C-42A2-524A-B859-A5648CF9BD79}" destId="{A52E62A9-DD05-8044-8729-D5AE630CE34D}" srcOrd="1" destOrd="0" presId="urn:microsoft.com/office/officeart/2005/8/layout/orgChart1"/>
    <dgm:cxn modelId="{D49CCE35-234C-EC43-8C3C-0730B8310F44}" type="presParOf" srcId="{A52E62A9-DD05-8044-8729-D5AE630CE34D}" destId="{7C89AC6C-50A5-564E-A829-7D2DFF0B8E44}" srcOrd="0" destOrd="0" presId="urn:microsoft.com/office/officeart/2005/8/layout/orgChart1"/>
    <dgm:cxn modelId="{DAE19B07-5930-964F-ABE2-2641B0EA82BF}" type="presParOf" srcId="{A52E62A9-DD05-8044-8729-D5AE630CE34D}" destId="{4C70CB35-FD29-ED41-A512-5722F2965F1E}" srcOrd="1" destOrd="0" presId="urn:microsoft.com/office/officeart/2005/8/layout/orgChart1"/>
    <dgm:cxn modelId="{83F5687A-BBE7-374F-9FAE-3B4AFAC5ACF1}" type="presParOf" srcId="{4C70CB35-FD29-ED41-A512-5722F2965F1E}" destId="{86773431-F422-D74C-A00D-0F82EB47FCBE}" srcOrd="0" destOrd="0" presId="urn:microsoft.com/office/officeart/2005/8/layout/orgChart1"/>
    <dgm:cxn modelId="{B6D62B94-DD21-3546-A91A-1B71A2DC6BCC}" type="presParOf" srcId="{86773431-F422-D74C-A00D-0F82EB47FCBE}" destId="{7425D222-B1D0-094D-8476-503AF821CCDA}" srcOrd="0" destOrd="0" presId="urn:microsoft.com/office/officeart/2005/8/layout/orgChart1"/>
    <dgm:cxn modelId="{25F88721-8B34-0B43-9BC8-1049859091E3}" type="presParOf" srcId="{86773431-F422-D74C-A00D-0F82EB47FCBE}" destId="{512BF351-D031-F045-9FE7-5EA76526BEFA}" srcOrd="1" destOrd="0" presId="urn:microsoft.com/office/officeart/2005/8/layout/orgChart1"/>
    <dgm:cxn modelId="{450E6F9A-A83B-0245-A819-2522477E4D03}" type="presParOf" srcId="{4C70CB35-FD29-ED41-A512-5722F2965F1E}" destId="{F5ABB4CE-9963-DC4B-AFB3-528ACEF4203F}" srcOrd="1" destOrd="0" presId="urn:microsoft.com/office/officeart/2005/8/layout/orgChart1"/>
    <dgm:cxn modelId="{30863B4C-8CA7-8340-932A-6904225121EC}" type="presParOf" srcId="{4C70CB35-FD29-ED41-A512-5722F2965F1E}" destId="{0B07386A-8A45-3548-B0C6-954DDD3F7B3C}" srcOrd="2" destOrd="0" presId="urn:microsoft.com/office/officeart/2005/8/layout/orgChart1"/>
    <dgm:cxn modelId="{B0C2FC1B-AF2D-874A-8F0C-4F8E435417F5}" type="presParOf" srcId="{A52E62A9-DD05-8044-8729-D5AE630CE34D}" destId="{6B3C8F76-6DD2-EA4B-82F5-EF463442DCDF}" srcOrd="2" destOrd="0" presId="urn:microsoft.com/office/officeart/2005/8/layout/orgChart1"/>
    <dgm:cxn modelId="{76971D14-F0A7-F040-A78B-1F5E6E722652}" type="presParOf" srcId="{A52E62A9-DD05-8044-8729-D5AE630CE34D}" destId="{8B8B65EC-8EE9-3F49-9871-176B1C9124D4}" srcOrd="3" destOrd="0" presId="urn:microsoft.com/office/officeart/2005/8/layout/orgChart1"/>
    <dgm:cxn modelId="{F6FFBA9F-868E-C440-A069-185AD97911DC}" type="presParOf" srcId="{8B8B65EC-8EE9-3F49-9871-176B1C9124D4}" destId="{5562A0AA-C164-FD4F-AB80-530EA2D1CE83}" srcOrd="0" destOrd="0" presId="urn:microsoft.com/office/officeart/2005/8/layout/orgChart1"/>
    <dgm:cxn modelId="{E8C97F6F-B377-DD4F-9A53-90B7BC234D7E}" type="presParOf" srcId="{5562A0AA-C164-FD4F-AB80-530EA2D1CE83}" destId="{AF482C45-5CF8-4B4E-AD7A-7141F5A4F22E}" srcOrd="0" destOrd="0" presId="urn:microsoft.com/office/officeart/2005/8/layout/orgChart1"/>
    <dgm:cxn modelId="{603330FE-BB22-CF41-B9F1-C9FEEE8E50A0}" type="presParOf" srcId="{5562A0AA-C164-FD4F-AB80-530EA2D1CE83}" destId="{5C6EF4C2-3961-254A-94DA-BB4E87573A16}" srcOrd="1" destOrd="0" presId="urn:microsoft.com/office/officeart/2005/8/layout/orgChart1"/>
    <dgm:cxn modelId="{80B0E81F-268C-1E40-AFF7-3591C98E9CDA}" type="presParOf" srcId="{8B8B65EC-8EE9-3F49-9871-176B1C9124D4}" destId="{86F81B81-D41F-0944-AED3-2A0268D3A24A}" srcOrd="1" destOrd="0" presId="urn:microsoft.com/office/officeart/2005/8/layout/orgChart1"/>
    <dgm:cxn modelId="{F9D6B70C-4A1D-F743-AE28-3C26E7715AAD}" type="presParOf" srcId="{8B8B65EC-8EE9-3F49-9871-176B1C9124D4}" destId="{A306EAB7-BF24-DB48-9375-015BE951EB4A}" srcOrd="2" destOrd="0" presId="urn:microsoft.com/office/officeart/2005/8/layout/orgChart1"/>
    <dgm:cxn modelId="{FA0E6C4F-00AC-C44F-ABC2-4755F94E09EE}" type="presParOf" srcId="{A52E62A9-DD05-8044-8729-D5AE630CE34D}" destId="{7C13EEEA-9ED1-C145-9053-4005B359DDC9}" srcOrd="4" destOrd="0" presId="urn:microsoft.com/office/officeart/2005/8/layout/orgChart1"/>
    <dgm:cxn modelId="{DEB387E3-5C2A-A543-BDD3-3721211D0D56}" type="presParOf" srcId="{A52E62A9-DD05-8044-8729-D5AE630CE34D}" destId="{9C3CCED9-7228-814B-BFC6-9A2B2F1A273E}" srcOrd="5" destOrd="0" presId="urn:microsoft.com/office/officeart/2005/8/layout/orgChart1"/>
    <dgm:cxn modelId="{EA80A0FD-52B5-6343-BAEB-9BE236A4E1BB}" type="presParOf" srcId="{9C3CCED9-7228-814B-BFC6-9A2B2F1A273E}" destId="{CA59318D-3F7D-7C44-9F31-585CB082F18E}" srcOrd="0" destOrd="0" presId="urn:microsoft.com/office/officeart/2005/8/layout/orgChart1"/>
    <dgm:cxn modelId="{7E09E5DB-E92D-584A-B2AF-8B487384FE08}" type="presParOf" srcId="{CA59318D-3F7D-7C44-9F31-585CB082F18E}" destId="{701DF199-2E1C-DE4F-8914-6E3A92143B62}" srcOrd="0" destOrd="0" presId="urn:microsoft.com/office/officeart/2005/8/layout/orgChart1"/>
    <dgm:cxn modelId="{5458C178-B726-AC40-9F12-826D99D44582}" type="presParOf" srcId="{CA59318D-3F7D-7C44-9F31-585CB082F18E}" destId="{A0E0D883-A34D-EE4E-838A-DC8DE4598EC8}" srcOrd="1" destOrd="0" presId="urn:microsoft.com/office/officeart/2005/8/layout/orgChart1"/>
    <dgm:cxn modelId="{2E298650-CC20-2945-A82C-2F1ED87D7D73}" type="presParOf" srcId="{9C3CCED9-7228-814B-BFC6-9A2B2F1A273E}" destId="{6CF81946-822B-384F-BA81-E190C89C13D8}" srcOrd="1" destOrd="0" presId="urn:microsoft.com/office/officeart/2005/8/layout/orgChart1"/>
    <dgm:cxn modelId="{0792A4BA-2AFC-8A4D-85B1-0DD4874046E3}" type="presParOf" srcId="{9C3CCED9-7228-814B-BFC6-9A2B2F1A273E}" destId="{85DFB5AD-2AF5-E549-9390-09A2C1370E20}" srcOrd="2" destOrd="0" presId="urn:microsoft.com/office/officeart/2005/8/layout/orgChart1"/>
    <dgm:cxn modelId="{FE753B20-DE63-E14A-9FD1-53523FCD9F26}" type="presParOf" srcId="{A52E62A9-DD05-8044-8729-D5AE630CE34D}" destId="{AF722BBD-5C43-D24E-9F5D-BAEE0E5B47D1}" srcOrd="6" destOrd="0" presId="urn:microsoft.com/office/officeart/2005/8/layout/orgChart1"/>
    <dgm:cxn modelId="{1A7782A6-CA6C-A24E-B7C4-8FFE214A8398}" type="presParOf" srcId="{A52E62A9-DD05-8044-8729-D5AE630CE34D}" destId="{2C1072BD-874E-5D4A-A31A-3862F57631F7}" srcOrd="7" destOrd="0" presId="urn:microsoft.com/office/officeart/2005/8/layout/orgChart1"/>
    <dgm:cxn modelId="{37767622-1E72-DF46-9CC4-BA5A55190A95}" type="presParOf" srcId="{2C1072BD-874E-5D4A-A31A-3862F57631F7}" destId="{A24B59D0-A80E-7249-BC35-75176DCF33EF}" srcOrd="0" destOrd="0" presId="urn:microsoft.com/office/officeart/2005/8/layout/orgChart1"/>
    <dgm:cxn modelId="{DEA35062-D5AD-484C-8389-262378DBFE7C}" type="presParOf" srcId="{A24B59D0-A80E-7249-BC35-75176DCF33EF}" destId="{7F69E246-C24B-F34D-B8D0-273996625A98}" srcOrd="0" destOrd="0" presId="urn:microsoft.com/office/officeart/2005/8/layout/orgChart1"/>
    <dgm:cxn modelId="{EF6AC5A4-FFA2-D940-B571-D8F6C264401B}" type="presParOf" srcId="{A24B59D0-A80E-7249-BC35-75176DCF33EF}" destId="{7C2C40A8-5427-0145-BE53-9B3D326AF59C}" srcOrd="1" destOrd="0" presId="urn:microsoft.com/office/officeart/2005/8/layout/orgChart1"/>
    <dgm:cxn modelId="{E9375AC1-3970-2146-BD62-3CBB8436809E}" type="presParOf" srcId="{2C1072BD-874E-5D4A-A31A-3862F57631F7}" destId="{A10C0384-CCA2-E54A-8D3C-D8957455BF94}" srcOrd="1" destOrd="0" presId="urn:microsoft.com/office/officeart/2005/8/layout/orgChart1"/>
    <dgm:cxn modelId="{574379FA-155E-D54B-AB06-857FF4753622}" type="presParOf" srcId="{2C1072BD-874E-5D4A-A31A-3862F57631F7}" destId="{0389EBEC-D387-6343-9ADD-77B327A58B25}" srcOrd="2" destOrd="0" presId="urn:microsoft.com/office/officeart/2005/8/layout/orgChart1"/>
    <dgm:cxn modelId="{D0847632-8B23-4544-9660-FC42A855C923}" type="presParOf" srcId="{5DE9069C-42A2-524A-B859-A5648CF9BD79}" destId="{2213209E-55B5-1547-98AC-61DFDB637D64}" srcOrd="2" destOrd="0" presId="urn:microsoft.com/office/officeart/2005/8/layout/orgChart1"/>
    <dgm:cxn modelId="{019E6322-447D-8E4F-BC86-EC1A46A6DA52}" type="presParOf" srcId="{2213209E-55B5-1547-98AC-61DFDB637D64}" destId="{FE59479F-1148-1F4C-9F64-C69B57C5ED28}" srcOrd="0" destOrd="0" presId="urn:microsoft.com/office/officeart/2005/8/layout/orgChart1"/>
    <dgm:cxn modelId="{14DADBDD-16FC-7246-9EE4-F17DD48754D8}" type="presParOf" srcId="{2213209E-55B5-1547-98AC-61DFDB637D64}" destId="{94A54E76-BCE0-404B-9130-25A64B10FFC1}" srcOrd="1" destOrd="0" presId="urn:microsoft.com/office/officeart/2005/8/layout/orgChart1"/>
    <dgm:cxn modelId="{19009774-F930-D347-B440-AFC549F29052}" type="presParOf" srcId="{94A54E76-BCE0-404B-9130-25A64B10FFC1}" destId="{6DCEB0D8-D68C-7E4E-A623-C466D7C6D5E7}" srcOrd="0" destOrd="0" presId="urn:microsoft.com/office/officeart/2005/8/layout/orgChart1"/>
    <dgm:cxn modelId="{CA8A844B-A15C-1D40-95E1-B7C0318E6BCB}" type="presParOf" srcId="{6DCEB0D8-D68C-7E4E-A623-C466D7C6D5E7}" destId="{85C03146-02B4-E44F-B210-6DFC9FE11F3B}" srcOrd="0" destOrd="0" presId="urn:microsoft.com/office/officeart/2005/8/layout/orgChart1"/>
    <dgm:cxn modelId="{3312848D-ACBE-7E48-9B87-4A27E523B98E}" type="presParOf" srcId="{6DCEB0D8-D68C-7E4E-A623-C466D7C6D5E7}" destId="{59BE055C-9D12-2040-AACE-030FC5654171}" srcOrd="1" destOrd="0" presId="urn:microsoft.com/office/officeart/2005/8/layout/orgChart1"/>
    <dgm:cxn modelId="{225A5AFD-75AD-EB46-86DE-20FAB6B744B9}" type="presParOf" srcId="{94A54E76-BCE0-404B-9130-25A64B10FFC1}" destId="{2B620E70-3C47-1945-A0B8-5EE649DBBDEA}" srcOrd="1" destOrd="0" presId="urn:microsoft.com/office/officeart/2005/8/layout/orgChart1"/>
    <dgm:cxn modelId="{ADE27745-31D4-584F-B766-74E27FC6EF19}" type="presParOf" srcId="{94A54E76-BCE0-404B-9130-25A64B10FFC1}" destId="{ECFBD693-0426-7545-9653-AE83787213BE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59479F-1148-1F4C-9F64-C69B57C5ED28}">
      <dsp:nvSpPr>
        <dsp:cNvPr id="0" name=""/>
        <dsp:cNvSpPr/>
      </dsp:nvSpPr>
      <dsp:spPr>
        <a:xfrm>
          <a:off x="5300526" y="1238686"/>
          <a:ext cx="251562" cy="1102081"/>
        </a:xfrm>
        <a:custGeom>
          <a:avLst/>
          <a:gdLst/>
          <a:ahLst/>
          <a:cxnLst/>
          <a:rect l="0" t="0" r="0" b="0"/>
          <a:pathLst>
            <a:path>
              <a:moveTo>
                <a:pt x="251562" y="0"/>
              </a:moveTo>
              <a:lnTo>
                <a:pt x="251562" y="1102081"/>
              </a:lnTo>
              <a:lnTo>
                <a:pt x="0" y="1102081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722BBD-5C43-D24E-9F5D-BAEE0E5B47D1}">
      <dsp:nvSpPr>
        <dsp:cNvPr id="0" name=""/>
        <dsp:cNvSpPr/>
      </dsp:nvSpPr>
      <dsp:spPr>
        <a:xfrm>
          <a:off x="5552089" y="1238686"/>
          <a:ext cx="4348430" cy="22041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52600"/>
              </a:lnTo>
              <a:lnTo>
                <a:pt x="4348430" y="1952600"/>
              </a:lnTo>
              <a:lnTo>
                <a:pt x="4348430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13EEEA-9ED1-C145-9053-4005B359DDC9}">
      <dsp:nvSpPr>
        <dsp:cNvPr id="0" name=""/>
        <dsp:cNvSpPr/>
      </dsp:nvSpPr>
      <dsp:spPr>
        <a:xfrm>
          <a:off x="5552089" y="1238686"/>
          <a:ext cx="1449476" cy="22041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52600"/>
              </a:lnTo>
              <a:lnTo>
                <a:pt x="1449476" y="1952600"/>
              </a:lnTo>
              <a:lnTo>
                <a:pt x="1449476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3C8F76-6DD2-EA4B-82F5-EF463442DCDF}">
      <dsp:nvSpPr>
        <dsp:cNvPr id="0" name=""/>
        <dsp:cNvSpPr/>
      </dsp:nvSpPr>
      <dsp:spPr>
        <a:xfrm>
          <a:off x="4102612" y="1238686"/>
          <a:ext cx="1449476" cy="2204163"/>
        </a:xfrm>
        <a:custGeom>
          <a:avLst/>
          <a:gdLst/>
          <a:ahLst/>
          <a:cxnLst/>
          <a:rect l="0" t="0" r="0" b="0"/>
          <a:pathLst>
            <a:path>
              <a:moveTo>
                <a:pt x="1449476" y="0"/>
              </a:moveTo>
              <a:lnTo>
                <a:pt x="1449476" y="1952600"/>
              </a:lnTo>
              <a:lnTo>
                <a:pt x="0" y="1952600"/>
              </a:lnTo>
              <a:lnTo>
                <a:pt x="0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89AC6C-50A5-564E-A829-7D2DFF0B8E44}">
      <dsp:nvSpPr>
        <dsp:cNvPr id="0" name=""/>
        <dsp:cNvSpPr/>
      </dsp:nvSpPr>
      <dsp:spPr>
        <a:xfrm>
          <a:off x="1203658" y="1238686"/>
          <a:ext cx="4348430" cy="2204163"/>
        </a:xfrm>
        <a:custGeom>
          <a:avLst/>
          <a:gdLst/>
          <a:ahLst/>
          <a:cxnLst/>
          <a:rect l="0" t="0" r="0" b="0"/>
          <a:pathLst>
            <a:path>
              <a:moveTo>
                <a:pt x="4348430" y="0"/>
              </a:moveTo>
              <a:lnTo>
                <a:pt x="4348430" y="1952600"/>
              </a:lnTo>
              <a:lnTo>
                <a:pt x="0" y="1952600"/>
              </a:lnTo>
              <a:lnTo>
                <a:pt x="0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C5C8F4-70FD-C045-A5E0-E21B4D72018A}">
      <dsp:nvSpPr>
        <dsp:cNvPr id="0" name=""/>
        <dsp:cNvSpPr/>
      </dsp:nvSpPr>
      <dsp:spPr>
        <a:xfrm>
          <a:off x="4354174" y="40771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 err="1"/>
            <a:t>Aufsichtsrat</a:t>
          </a:r>
          <a:endParaRPr lang="en-US" sz="3500" kern="1200" dirty="0"/>
        </a:p>
      </dsp:txBody>
      <dsp:txXfrm>
        <a:off x="4354174" y="40771"/>
        <a:ext cx="2395829" cy="1197914"/>
      </dsp:txXfrm>
    </dsp:sp>
    <dsp:sp modelId="{7425D222-B1D0-094D-8476-503AF821CCDA}">
      <dsp:nvSpPr>
        <dsp:cNvPr id="0" name=""/>
        <dsp:cNvSpPr/>
      </dsp:nvSpPr>
      <dsp:spPr>
        <a:xfrm>
          <a:off x="5743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 err="1"/>
            <a:t>Finanzen</a:t>
          </a:r>
          <a:endParaRPr lang="en-US" sz="3500" kern="1200" dirty="0"/>
        </a:p>
      </dsp:txBody>
      <dsp:txXfrm>
        <a:off x="5743" y="3442849"/>
        <a:ext cx="2395829" cy="1197914"/>
      </dsp:txXfrm>
    </dsp:sp>
    <dsp:sp modelId="{AF482C45-5CF8-4B4E-AD7A-7141F5A4F22E}">
      <dsp:nvSpPr>
        <dsp:cNvPr id="0" name=""/>
        <dsp:cNvSpPr/>
      </dsp:nvSpPr>
      <dsp:spPr>
        <a:xfrm>
          <a:off x="2904697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 err="1"/>
            <a:t>Vertrieb</a:t>
          </a:r>
          <a:endParaRPr lang="en-US" sz="3500" kern="1200" dirty="0"/>
        </a:p>
      </dsp:txBody>
      <dsp:txXfrm>
        <a:off x="2904697" y="3442849"/>
        <a:ext cx="2395829" cy="1197914"/>
      </dsp:txXfrm>
    </dsp:sp>
    <dsp:sp modelId="{701DF199-2E1C-DE4F-8914-6E3A92143B62}">
      <dsp:nvSpPr>
        <dsp:cNvPr id="0" name=""/>
        <dsp:cNvSpPr/>
      </dsp:nvSpPr>
      <dsp:spPr>
        <a:xfrm>
          <a:off x="5803651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 err="1"/>
            <a:t>Entwicklung</a:t>
          </a:r>
          <a:endParaRPr lang="en-US" sz="3500" kern="1200" dirty="0"/>
        </a:p>
      </dsp:txBody>
      <dsp:txXfrm>
        <a:off x="5803651" y="3442849"/>
        <a:ext cx="2395829" cy="1197914"/>
      </dsp:txXfrm>
    </dsp:sp>
    <dsp:sp modelId="{7F69E246-C24B-F34D-B8D0-273996625A98}">
      <dsp:nvSpPr>
        <dsp:cNvPr id="0" name=""/>
        <dsp:cNvSpPr/>
      </dsp:nvSpPr>
      <dsp:spPr>
        <a:xfrm>
          <a:off x="8702604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Produktion</a:t>
          </a:r>
        </a:p>
      </dsp:txBody>
      <dsp:txXfrm>
        <a:off x="8702604" y="3442849"/>
        <a:ext cx="2395829" cy="1197914"/>
      </dsp:txXfrm>
    </dsp:sp>
    <dsp:sp modelId="{85C03146-02B4-E44F-B210-6DFC9FE11F3B}">
      <dsp:nvSpPr>
        <dsp:cNvPr id="0" name=""/>
        <dsp:cNvSpPr/>
      </dsp:nvSpPr>
      <dsp:spPr>
        <a:xfrm>
          <a:off x="2904697" y="1741810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CEO</a:t>
          </a:r>
        </a:p>
      </dsp:txBody>
      <dsp:txXfrm>
        <a:off x="2904697" y="1741810"/>
        <a:ext cx="2395829" cy="11979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C0262F-28AC-2341-B497-044C5E8CB782}" type="datetimeFigureOut">
              <a:rPr lang="de-DE" smtClean="0"/>
              <a:t>26.04.26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9947BD-AC0A-9B48-9B0D-917726E2A86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3002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7.emf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3"/>
            <a:ext cx="5552089" cy="1008062"/>
          </a:xfrm>
        </p:spPr>
        <p:txBody>
          <a:bodyPr anchor="b">
            <a:noAutofit/>
          </a:bodyPr>
          <a:lstStyle>
            <a:lvl1pPr marL="0" indent="0" algn="l">
              <a:tabLst>
                <a:tab pos="1196975" algn="l"/>
              </a:tabLst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5552089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D49AFDA-1445-F383-D815-4307B7561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08975-BF0A-7B44-92E1-7652B37C0A9E}" type="datetime1">
              <a:rPr lang="de-DE" smtClean="0"/>
              <a:t>26.04.26</a:t>
            </a:fld>
            <a:endParaRPr lang="de-DE"/>
          </a:p>
        </p:txBody>
      </p:sp>
      <p:pic>
        <p:nvPicPr>
          <p:cNvPr id="8" name="Grafik 7" descr="Ein Bild, das Screenshot, Grafiken, Farbigkeit, Design enthält.&#10;&#10;KI-generierte Inhalte können fehlerhaft sein.">
            <a:extLst>
              <a:ext uri="{FF2B5EF4-FFF2-40B4-BE49-F238E27FC236}">
                <a16:creationId xmlns:a16="http://schemas.microsoft.com/office/drawing/2014/main" id="{8416B358-A337-2326-C132-A831054AC8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33683" r="9036"/>
          <a:stretch>
            <a:fillRect/>
          </a:stretch>
        </p:blipFill>
        <p:spPr>
          <a:xfrm>
            <a:off x="4588149" y="0"/>
            <a:ext cx="7603852" cy="65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6877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9">
            <a:extLst>
              <a:ext uri="{FF2B5EF4-FFF2-40B4-BE49-F238E27FC236}">
                <a16:creationId xmlns:a16="http://schemas.microsoft.com/office/drawing/2014/main" id="{4BB9CDF1-B297-003F-51F3-9B2108EDE01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94438" y="0"/>
            <a:ext cx="5897562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4" name="Bildplatzhalter 9">
            <a:extLst>
              <a:ext uri="{FF2B5EF4-FFF2-40B4-BE49-F238E27FC236}">
                <a16:creationId xmlns:a16="http://schemas.microsoft.com/office/drawing/2014/main" id="{6AEE34B1-50E2-4B47-C5CE-1BCDB66B0C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4438" y="0"/>
            <a:ext cx="5897562" cy="6858000"/>
          </a:xfrm>
          <a:blipFill>
            <a:blip r:embed="rId2"/>
            <a:srcRect/>
            <a:stretch>
              <a:fillRect l="-18202" t="-37000" r="-20897" b="-3966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3B5EF654-B420-054C-7747-7097602FAF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3"/>
            <a:ext cx="5552089" cy="100806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5B781F5A-9C0B-2307-5AB3-FDE2111EE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5552089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C6D50DC1-23BE-8003-930B-142EDFF7F8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3911" y="6356350"/>
            <a:ext cx="840272" cy="365125"/>
          </a:xfrm>
        </p:spPr>
        <p:txBody>
          <a:bodyPr/>
          <a:lstStyle/>
          <a:p>
            <a:fld id="{E6908975-BF0A-7B44-92E1-7652B37C0A9E}" type="datetime1">
              <a:rPr lang="de-DE" smtClean="0"/>
              <a:t>26.04.26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463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elfoli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4"/>
            <a:ext cx="7622627" cy="100806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7622627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B41D2F4-E2E9-663D-6BE3-B10F57AAFA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9DDC081-102F-BDE1-6BB3-B036B127D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10CFF0C-8F05-5B4F-958E-2D3A512F7134}" type="datetime1">
              <a:rPr lang="de-DE" smtClean="0"/>
              <a:t>26.04.26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8C5D519-039E-19B9-8822-25159C1EE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D2ED714-94F1-BB28-0FE4-72A19E3C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0868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3"/>
            <a:ext cx="7622627" cy="1008062"/>
          </a:xfrm>
        </p:spPr>
        <p:txBody>
          <a:bodyPr anchor="b">
            <a:no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7622627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FC81DED-1C61-A990-4421-BF93530D0B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133322-570A-5589-86B2-A7491CEAB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60C1A-4C90-2E4A-9FBA-73421506A88D}" type="datetime1">
              <a:rPr lang="de-DE" smtClean="0"/>
              <a:t>26.04.26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38E312DC-69B4-455B-CCC0-EB07715CB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E1E32844-810C-5533-00CD-55FE0F271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3629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4"/>
            <a:ext cx="5552089" cy="100806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7"/>
            <a:ext cx="5552089" cy="1368424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9A604256-841C-4D2B-3243-CEEBD1168A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3650" y="850102"/>
            <a:ext cx="5395913" cy="5207797"/>
          </a:xfrm>
          <a:prstGeom prst="roundRect">
            <a:avLst>
              <a:gd name="adj" fmla="val 2169"/>
            </a:avLst>
          </a:prstGeom>
          <a:blipFill dpi="0" rotWithShape="1">
            <a:blip r:embed="rId2"/>
            <a:srcRect/>
            <a:stretch>
              <a:fillRect t="-28000" b="-28000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D1F493-3119-07FB-1D11-7D97704B7A2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56552F4-6F3B-C44D-96F7-080D1640F3B7}" type="datetime1">
              <a:rPr lang="de-DE" smtClean="0"/>
              <a:t>26.04.26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1BFB02B-6F25-DA0D-B965-E6FA03B517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88C1931-7273-AF4A-4986-4C61AE7EF2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0DB4244-4AA7-4A30-568D-86E7A7B37C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8800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0F62-F4F4-9A4B-FFF1-F7E158576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7697" y="1484314"/>
            <a:ext cx="7256605" cy="2197100"/>
          </a:xfrm>
        </p:spPr>
        <p:txBody>
          <a:bodyPr anchor="b">
            <a:normAutofit/>
          </a:bodyPr>
          <a:lstStyle>
            <a:lvl1pPr algn="ctr">
              <a:defRPr lang="de-DE" sz="3200" smtClean="0">
                <a:effectLst/>
              </a:defRPr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74D24C-D863-144A-34E1-4B91A08AC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67697" y="3681414"/>
            <a:ext cx="7256605" cy="1008061"/>
          </a:xfrm>
        </p:spPr>
        <p:txBody>
          <a:bodyPr>
            <a:normAutofit/>
          </a:bodyPr>
          <a:lstStyle>
            <a:lvl1pPr marL="0" indent="0" algn="ctr">
              <a:buNone/>
              <a:defRPr sz="16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6874D23-37EF-2E90-E1CB-DBA8AEAB5B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D721BC-88F0-FAC7-6C03-BA460883D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0C23B-F603-0B4F-8B62-A0A61135CA55}" type="datetime1">
              <a:rPr lang="de-DE" smtClean="0"/>
              <a:t>26.04.26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355C3F-8289-E7E0-81EC-1473B5124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ADC4492-B4A0-A18B-342D-870A783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0982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CCFDD4-DF7C-FA52-ADF0-FAE138EF7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29977E-34F7-D280-09DC-5E5D0D55F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911" y="1484314"/>
            <a:ext cx="11104178" cy="457358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4FC1702-27D6-4CED-913B-B2FB36238C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031C7D-7194-F853-8B38-7CA3FBFEAC7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20A95A9-9D15-B549-B5F5-E03914B12E3F}" type="datetime1">
              <a:rPr lang="de-DE" smtClean="0"/>
              <a:t>26.04.26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8A65E2A-6071-7785-1799-AF9F21EA54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FEDE1AA-1A8C-D552-94F8-9A1FAC8241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935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3C5052-DE91-A250-59D5-8BBB82E56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C1BD87-7F2E-B790-884E-E542896EE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3909" y="1484313"/>
            <a:ext cx="5242037" cy="45735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6FAFD16-88B3-20A6-AF3B-4AEB243EC5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6052" y="1484313"/>
            <a:ext cx="5242037" cy="45735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672A6BA-22DE-4931-F349-02DD4F7C30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39493376-CDDE-90F2-464C-71BBBAEA942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4CD6FDA-B7F6-5047-985E-6A0FD4BA3661}" type="datetime1">
              <a:rPr lang="de-DE" smtClean="0"/>
              <a:t>26.04.26</a:t>
            </a:fld>
            <a:endParaRPr lang="de-DE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A3F1EA03-6679-4810-0864-83DEEEE3FE2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4C76C0EA-23C6-B2DB-AAAE-174A3FD65F8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5237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3C5052-DE91-A250-59D5-8BBB82E56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1" y="692150"/>
            <a:ext cx="5242039" cy="576264"/>
          </a:xfrm>
        </p:spPr>
        <p:txBody>
          <a:bodyPr/>
          <a:lstStyle/>
          <a:p>
            <a:r>
              <a:rPr lang="de-DE" dirty="0"/>
              <a:t>Mastertitelformat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C1BD87-7F2E-B790-884E-E542896EE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3910" y="1484313"/>
            <a:ext cx="5242040" cy="457358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A970ECD-A41E-AD56-2419-461B1047176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E347064-846C-BF4C-B56D-8A607B294559}" type="datetime1">
              <a:rPr lang="de-DE" smtClean="0"/>
              <a:t>26.04.26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8F11290D-2078-84D6-496D-313EF1242C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211101-125D-96FE-8103-367BD75D38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FB8757C-D8A0-2CDA-F4E0-4960E00AFA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8" name="Bildplatzhalter 9">
            <a:extLst>
              <a:ext uri="{FF2B5EF4-FFF2-40B4-BE49-F238E27FC236}">
                <a16:creationId xmlns:a16="http://schemas.microsoft.com/office/drawing/2014/main" id="{D1B2CA4E-4EB2-B740-93BE-744C543F1F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3650" y="850102"/>
            <a:ext cx="5395913" cy="5207797"/>
          </a:xfrm>
          <a:prstGeom prst="roundRect">
            <a:avLst>
              <a:gd name="adj" fmla="val 2169"/>
            </a:avLst>
          </a:prstGeom>
          <a:blipFill>
            <a:blip r:embed="rId3"/>
            <a:srcRect/>
            <a:stretch>
              <a:fillRect t="-27659" b="-27659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9962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8851010C-A6A3-33DF-E906-3768FEF56C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blipFill>
            <a:blip r:embed="rId2"/>
            <a:srcRect/>
            <a:stretch>
              <a:fillRect t="-83239" b="-83239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692150"/>
            <a:ext cx="11104178" cy="57626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1484313"/>
            <a:ext cx="11104178" cy="968437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081DAF1-D109-E614-F056-52DAE2BC59B3}"/>
              </a:ext>
            </a:extLst>
          </p:cNvPr>
          <p:cNvGrpSpPr/>
          <p:nvPr userDrawn="1"/>
        </p:nvGrpSpPr>
        <p:grpSpPr>
          <a:xfrm>
            <a:off x="10884141" y="488730"/>
            <a:ext cx="891145" cy="214962"/>
            <a:chOff x="10884141" y="488730"/>
            <a:chExt cx="891145" cy="214962"/>
          </a:xfrm>
        </p:grpSpPr>
        <p:sp>
          <p:nvSpPr>
            <p:cNvPr id="6" name="Freihandform 5">
              <a:extLst>
                <a:ext uri="{FF2B5EF4-FFF2-40B4-BE49-F238E27FC236}">
                  <a16:creationId xmlns:a16="http://schemas.microsoft.com/office/drawing/2014/main" id="{AC4B619C-86C7-4835-475D-CDDF7F43EE45}"/>
                </a:ext>
              </a:extLst>
            </p:cNvPr>
            <p:cNvSpPr/>
            <p:nvPr/>
          </p:nvSpPr>
          <p:spPr>
            <a:xfrm>
              <a:off x="10884141" y="490542"/>
              <a:ext cx="676635" cy="213150"/>
            </a:xfrm>
            <a:custGeom>
              <a:avLst/>
              <a:gdLst>
                <a:gd name="connsiteX0" fmla="*/ 0 w 676635"/>
                <a:gd name="connsiteY0" fmla="*/ 0 h 213150"/>
                <a:gd name="connsiteX1" fmla="*/ 36691 w 676635"/>
                <a:gd name="connsiteY1" fmla="*/ 0 h 213150"/>
                <a:gd name="connsiteX2" fmla="*/ 36691 w 676635"/>
                <a:gd name="connsiteY2" fmla="*/ 77765 h 213150"/>
                <a:gd name="connsiteX3" fmla="*/ 37614 w 676635"/>
                <a:gd name="connsiteY3" fmla="*/ 77765 h 213150"/>
                <a:gd name="connsiteX4" fmla="*/ 80044 w 676635"/>
                <a:gd name="connsiteY4" fmla="*/ 56319 h 213150"/>
                <a:gd name="connsiteX5" fmla="*/ 133954 w 676635"/>
                <a:gd name="connsiteY5" fmla="*/ 113440 h 213150"/>
                <a:gd name="connsiteX6" fmla="*/ 133954 w 676635"/>
                <a:gd name="connsiteY6" fmla="*/ 210044 h 213150"/>
                <a:gd name="connsiteX7" fmla="*/ 97263 w 676635"/>
                <a:gd name="connsiteY7" fmla="*/ 210044 h 213150"/>
                <a:gd name="connsiteX8" fmla="*/ 97263 w 676635"/>
                <a:gd name="connsiteY8" fmla="*/ 122659 h 213150"/>
                <a:gd name="connsiteX9" fmla="*/ 68668 w 676635"/>
                <a:gd name="connsiteY9" fmla="*/ 87886 h 213150"/>
                <a:gd name="connsiteX10" fmla="*/ 36794 w 676635"/>
                <a:gd name="connsiteY10" fmla="*/ 125566 h 213150"/>
                <a:gd name="connsiteX11" fmla="*/ 36794 w 676635"/>
                <a:gd name="connsiteY11" fmla="*/ 210044 h 213150"/>
                <a:gd name="connsiteX12" fmla="*/ 102 w 676635"/>
                <a:gd name="connsiteY12" fmla="*/ 210044 h 213150"/>
                <a:gd name="connsiteX13" fmla="*/ 102 w 676635"/>
                <a:gd name="connsiteY13" fmla="*/ 0 h 213150"/>
                <a:gd name="connsiteX14" fmla="*/ 161626 w 676635"/>
                <a:gd name="connsiteY14" fmla="*/ 183989 h 213150"/>
                <a:gd name="connsiteX15" fmla="*/ 230601 w 676635"/>
                <a:gd name="connsiteY15" fmla="*/ 213151 h 213150"/>
                <a:gd name="connsiteX16" fmla="*/ 298654 w 676635"/>
                <a:gd name="connsiteY16" fmla="*/ 161943 h 213150"/>
                <a:gd name="connsiteX17" fmla="*/ 257454 w 676635"/>
                <a:gd name="connsiteY17" fmla="*/ 119854 h 213150"/>
                <a:gd name="connsiteX18" fmla="*/ 234291 w 676635"/>
                <a:gd name="connsiteY18" fmla="*/ 115444 h 213150"/>
                <a:gd name="connsiteX19" fmla="*/ 205081 w 676635"/>
                <a:gd name="connsiteY19" fmla="*/ 100412 h 213150"/>
                <a:gd name="connsiteX20" fmla="*/ 230089 w 676635"/>
                <a:gd name="connsiteY20" fmla="*/ 83677 h 213150"/>
                <a:gd name="connsiteX21" fmla="*/ 264423 w 676635"/>
                <a:gd name="connsiteY21" fmla="*/ 98408 h 213150"/>
                <a:gd name="connsiteX22" fmla="*/ 290968 w 676635"/>
                <a:gd name="connsiteY22" fmla="*/ 80771 h 213150"/>
                <a:gd name="connsiteX23" fmla="*/ 230499 w 676635"/>
                <a:gd name="connsiteY23" fmla="*/ 56019 h 213150"/>
                <a:gd name="connsiteX24" fmla="*/ 169415 w 676635"/>
                <a:gd name="connsiteY24" fmla="*/ 105523 h 213150"/>
                <a:gd name="connsiteX25" fmla="*/ 211538 w 676635"/>
                <a:gd name="connsiteY25" fmla="*/ 144706 h 213150"/>
                <a:gd name="connsiteX26" fmla="*/ 231729 w 676635"/>
                <a:gd name="connsiteY26" fmla="*/ 148214 h 213150"/>
                <a:gd name="connsiteX27" fmla="*/ 260631 w 676635"/>
                <a:gd name="connsiteY27" fmla="*/ 166152 h 213150"/>
                <a:gd name="connsiteX28" fmla="*/ 230191 w 676635"/>
                <a:gd name="connsiteY28" fmla="*/ 184691 h 213150"/>
                <a:gd name="connsiteX29" fmla="*/ 187761 w 676635"/>
                <a:gd name="connsiteY29" fmla="*/ 164949 h 213150"/>
                <a:gd name="connsiteX30" fmla="*/ 161831 w 676635"/>
                <a:gd name="connsiteY30" fmla="*/ 184089 h 213150"/>
                <a:gd name="connsiteX31" fmla="*/ 327249 w 676635"/>
                <a:gd name="connsiteY31" fmla="*/ 209944 h 213150"/>
                <a:gd name="connsiteX32" fmla="*/ 363940 w 676635"/>
                <a:gd name="connsiteY32" fmla="*/ 209944 h 213150"/>
                <a:gd name="connsiteX33" fmla="*/ 363940 w 676635"/>
                <a:gd name="connsiteY33" fmla="*/ 132781 h 213150"/>
                <a:gd name="connsiteX34" fmla="*/ 412418 w 676635"/>
                <a:gd name="connsiteY34" fmla="*/ 89189 h 213150"/>
                <a:gd name="connsiteX35" fmla="*/ 426254 w 676635"/>
                <a:gd name="connsiteY35" fmla="*/ 90091 h 213150"/>
                <a:gd name="connsiteX36" fmla="*/ 426254 w 676635"/>
                <a:gd name="connsiteY36" fmla="*/ 57121 h 213150"/>
                <a:gd name="connsiteX37" fmla="*/ 413955 w 676635"/>
                <a:gd name="connsiteY37" fmla="*/ 56219 h 213150"/>
                <a:gd name="connsiteX38" fmla="*/ 363633 w 676635"/>
                <a:gd name="connsiteY38" fmla="*/ 84178 h 213150"/>
                <a:gd name="connsiteX39" fmla="*/ 363018 w 676635"/>
                <a:gd name="connsiteY39" fmla="*/ 84178 h 213150"/>
                <a:gd name="connsiteX40" fmla="*/ 363018 w 676635"/>
                <a:gd name="connsiteY40" fmla="*/ 59125 h 213150"/>
                <a:gd name="connsiteX41" fmla="*/ 327146 w 676635"/>
                <a:gd name="connsiteY41" fmla="*/ 59125 h 213150"/>
                <a:gd name="connsiteX42" fmla="*/ 327146 w 676635"/>
                <a:gd name="connsiteY42" fmla="*/ 209844 h 213150"/>
                <a:gd name="connsiteX43" fmla="*/ 451261 w 676635"/>
                <a:gd name="connsiteY43" fmla="*/ 209944 h 213150"/>
                <a:gd name="connsiteX44" fmla="*/ 487952 w 676635"/>
                <a:gd name="connsiteY44" fmla="*/ 209944 h 213150"/>
                <a:gd name="connsiteX45" fmla="*/ 487952 w 676635"/>
                <a:gd name="connsiteY45" fmla="*/ 121357 h 213150"/>
                <a:gd name="connsiteX46" fmla="*/ 517777 w 676635"/>
                <a:gd name="connsiteY46" fmla="*/ 87786 h 213150"/>
                <a:gd name="connsiteX47" fmla="*/ 545756 w 676635"/>
                <a:gd name="connsiteY47" fmla="*/ 122860 h 213150"/>
                <a:gd name="connsiteX48" fmla="*/ 545756 w 676635"/>
                <a:gd name="connsiteY48" fmla="*/ 210044 h 213150"/>
                <a:gd name="connsiteX49" fmla="*/ 582448 w 676635"/>
                <a:gd name="connsiteY49" fmla="*/ 210044 h 213150"/>
                <a:gd name="connsiteX50" fmla="*/ 582448 w 676635"/>
                <a:gd name="connsiteY50" fmla="*/ 123161 h 213150"/>
                <a:gd name="connsiteX51" fmla="*/ 611965 w 676635"/>
                <a:gd name="connsiteY51" fmla="*/ 87786 h 213150"/>
                <a:gd name="connsiteX52" fmla="*/ 639944 w 676635"/>
                <a:gd name="connsiteY52" fmla="*/ 122259 h 213150"/>
                <a:gd name="connsiteX53" fmla="*/ 639944 w 676635"/>
                <a:gd name="connsiteY53" fmla="*/ 209944 h 213150"/>
                <a:gd name="connsiteX54" fmla="*/ 676635 w 676635"/>
                <a:gd name="connsiteY54" fmla="*/ 209944 h 213150"/>
                <a:gd name="connsiteX55" fmla="*/ 676635 w 676635"/>
                <a:gd name="connsiteY55" fmla="*/ 109231 h 213150"/>
                <a:gd name="connsiteX56" fmla="*/ 622726 w 676635"/>
                <a:gd name="connsiteY56" fmla="*/ 56219 h 213150"/>
                <a:gd name="connsiteX57" fmla="*/ 575171 w 676635"/>
                <a:gd name="connsiteY57" fmla="*/ 78566 h 213150"/>
                <a:gd name="connsiteX58" fmla="*/ 574863 w 676635"/>
                <a:gd name="connsiteY58" fmla="*/ 78566 h 213150"/>
                <a:gd name="connsiteX59" fmla="*/ 530895 w 676635"/>
                <a:gd name="connsiteY59" fmla="*/ 56219 h 213150"/>
                <a:gd name="connsiteX60" fmla="*/ 487235 w 676635"/>
                <a:gd name="connsiteY60" fmla="*/ 77464 h 213150"/>
                <a:gd name="connsiteX61" fmla="*/ 486620 w 676635"/>
                <a:gd name="connsiteY61" fmla="*/ 77464 h 213150"/>
                <a:gd name="connsiteX62" fmla="*/ 486620 w 676635"/>
                <a:gd name="connsiteY62" fmla="*/ 59225 h 213150"/>
                <a:gd name="connsiteX63" fmla="*/ 451056 w 676635"/>
                <a:gd name="connsiteY63" fmla="*/ 59225 h 213150"/>
                <a:gd name="connsiteX64" fmla="*/ 451056 w 676635"/>
                <a:gd name="connsiteY64" fmla="*/ 209944 h 213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676635" h="213150">
                  <a:moveTo>
                    <a:pt x="0" y="0"/>
                  </a:moveTo>
                  <a:lnTo>
                    <a:pt x="36691" y="0"/>
                  </a:lnTo>
                  <a:lnTo>
                    <a:pt x="36691" y="77765"/>
                  </a:lnTo>
                  <a:lnTo>
                    <a:pt x="37614" y="77765"/>
                  </a:lnTo>
                  <a:cubicBezTo>
                    <a:pt x="47863" y="63334"/>
                    <a:pt x="64056" y="56319"/>
                    <a:pt x="80044" y="56319"/>
                  </a:cubicBezTo>
                  <a:cubicBezTo>
                    <a:pt x="114686" y="56319"/>
                    <a:pt x="133954" y="77464"/>
                    <a:pt x="133954" y="113440"/>
                  </a:cubicBezTo>
                  <a:lnTo>
                    <a:pt x="133954" y="210044"/>
                  </a:lnTo>
                  <a:lnTo>
                    <a:pt x="97263" y="210044"/>
                  </a:lnTo>
                  <a:lnTo>
                    <a:pt x="97263" y="122659"/>
                  </a:lnTo>
                  <a:cubicBezTo>
                    <a:pt x="97263" y="100012"/>
                    <a:pt x="87321" y="87886"/>
                    <a:pt x="68668" y="87886"/>
                  </a:cubicBezTo>
                  <a:cubicBezTo>
                    <a:pt x="48478" y="87886"/>
                    <a:pt x="36794" y="99911"/>
                    <a:pt x="36794" y="125566"/>
                  </a:cubicBezTo>
                  <a:lnTo>
                    <a:pt x="36794" y="210044"/>
                  </a:lnTo>
                  <a:lnTo>
                    <a:pt x="102" y="210044"/>
                  </a:lnTo>
                  <a:lnTo>
                    <a:pt x="102" y="0"/>
                  </a:lnTo>
                  <a:close/>
                  <a:moveTo>
                    <a:pt x="161626" y="183989"/>
                  </a:moveTo>
                  <a:cubicBezTo>
                    <a:pt x="176999" y="206036"/>
                    <a:pt x="202827" y="213151"/>
                    <a:pt x="230601" y="213151"/>
                  </a:cubicBezTo>
                  <a:cubicBezTo>
                    <a:pt x="262168" y="213151"/>
                    <a:pt x="298654" y="196616"/>
                    <a:pt x="298654" y="161943"/>
                  </a:cubicBezTo>
                  <a:cubicBezTo>
                    <a:pt x="298654" y="139295"/>
                    <a:pt x="283588" y="124864"/>
                    <a:pt x="257454" y="119854"/>
                  </a:cubicBezTo>
                  <a:lnTo>
                    <a:pt x="234291" y="115444"/>
                  </a:lnTo>
                  <a:cubicBezTo>
                    <a:pt x="218303" y="112538"/>
                    <a:pt x="205081" y="111035"/>
                    <a:pt x="205081" y="100412"/>
                  </a:cubicBezTo>
                  <a:cubicBezTo>
                    <a:pt x="205081" y="88888"/>
                    <a:pt x="215638" y="83677"/>
                    <a:pt x="230089" y="83677"/>
                  </a:cubicBezTo>
                  <a:cubicBezTo>
                    <a:pt x="244540" y="83677"/>
                    <a:pt x="255404" y="88086"/>
                    <a:pt x="264423" y="98408"/>
                  </a:cubicBezTo>
                  <a:lnTo>
                    <a:pt x="290968" y="80771"/>
                  </a:lnTo>
                  <a:cubicBezTo>
                    <a:pt x="278054" y="62833"/>
                    <a:pt x="258171" y="56019"/>
                    <a:pt x="230499" y="56019"/>
                  </a:cubicBezTo>
                  <a:cubicBezTo>
                    <a:pt x="197702" y="56019"/>
                    <a:pt x="169415" y="73956"/>
                    <a:pt x="169415" y="105523"/>
                  </a:cubicBezTo>
                  <a:cubicBezTo>
                    <a:pt x="169415" y="128171"/>
                    <a:pt x="186326" y="140297"/>
                    <a:pt x="211538" y="144706"/>
                  </a:cubicBezTo>
                  <a:lnTo>
                    <a:pt x="231729" y="148214"/>
                  </a:lnTo>
                  <a:cubicBezTo>
                    <a:pt x="252534" y="151721"/>
                    <a:pt x="260631" y="154427"/>
                    <a:pt x="260631" y="166152"/>
                  </a:cubicBezTo>
                  <a:cubicBezTo>
                    <a:pt x="260631" y="179680"/>
                    <a:pt x="245257" y="184691"/>
                    <a:pt x="230191" y="184691"/>
                  </a:cubicBezTo>
                  <a:cubicBezTo>
                    <a:pt x="212768" y="184691"/>
                    <a:pt x="197395" y="177375"/>
                    <a:pt x="187761" y="164949"/>
                  </a:cubicBezTo>
                  <a:lnTo>
                    <a:pt x="161831" y="184089"/>
                  </a:lnTo>
                  <a:moveTo>
                    <a:pt x="327249" y="209944"/>
                  </a:moveTo>
                  <a:lnTo>
                    <a:pt x="363940" y="209944"/>
                  </a:lnTo>
                  <a:lnTo>
                    <a:pt x="363940" y="132781"/>
                  </a:lnTo>
                  <a:cubicBezTo>
                    <a:pt x="363940" y="104822"/>
                    <a:pt x="384745" y="89189"/>
                    <a:pt x="412418" y="89189"/>
                  </a:cubicBezTo>
                  <a:cubicBezTo>
                    <a:pt x="417542" y="89189"/>
                    <a:pt x="421437" y="89189"/>
                    <a:pt x="426254" y="90091"/>
                  </a:cubicBezTo>
                  <a:lnTo>
                    <a:pt x="426254" y="57121"/>
                  </a:lnTo>
                  <a:cubicBezTo>
                    <a:pt x="422359" y="56219"/>
                    <a:pt x="417850" y="56219"/>
                    <a:pt x="413955" y="56219"/>
                  </a:cubicBezTo>
                  <a:cubicBezTo>
                    <a:pt x="395609" y="56219"/>
                    <a:pt x="372754" y="68244"/>
                    <a:pt x="363633" y="84178"/>
                  </a:cubicBezTo>
                  <a:lnTo>
                    <a:pt x="363018" y="84178"/>
                  </a:lnTo>
                  <a:lnTo>
                    <a:pt x="363018" y="59125"/>
                  </a:lnTo>
                  <a:lnTo>
                    <a:pt x="327146" y="59125"/>
                  </a:lnTo>
                  <a:lnTo>
                    <a:pt x="327146" y="209844"/>
                  </a:lnTo>
                  <a:close/>
                  <a:moveTo>
                    <a:pt x="451261" y="209944"/>
                  </a:moveTo>
                  <a:lnTo>
                    <a:pt x="487952" y="209944"/>
                  </a:lnTo>
                  <a:lnTo>
                    <a:pt x="487952" y="121357"/>
                  </a:lnTo>
                  <a:cubicBezTo>
                    <a:pt x="487952" y="96304"/>
                    <a:pt x="504863" y="87786"/>
                    <a:pt x="517777" y="87786"/>
                  </a:cubicBezTo>
                  <a:cubicBezTo>
                    <a:pt x="540017" y="87786"/>
                    <a:pt x="545756" y="103719"/>
                    <a:pt x="545756" y="122860"/>
                  </a:cubicBezTo>
                  <a:lnTo>
                    <a:pt x="545756" y="210044"/>
                  </a:lnTo>
                  <a:lnTo>
                    <a:pt x="582448" y="210044"/>
                  </a:lnTo>
                  <a:lnTo>
                    <a:pt x="582448" y="123161"/>
                  </a:lnTo>
                  <a:cubicBezTo>
                    <a:pt x="582448" y="103419"/>
                    <a:pt x="591159" y="87786"/>
                    <a:pt x="611965" y="87786"/>
                  </a:cubicBezTo>
                  <a:cubicBezTo>
                    <a:pt x="632770" y="87786"/>
                    <a:pt x="639944" y="101916"/>
                    <a:pt x="639944" y="122259"/>
                  </a:cubicBezTo>
                  <a:lnTo>
                    <a:pt x="639944" y="209944"/>
                  </a:lnTo>
                  <a:lnTo>
                    <a:pt x="676635" y="209944"/>
                  </a:lnTo>
                  <a:lnTo>
                    <a:pt x="676635" y="109231"/>
                  </a:lnTo>
                  <a:cubicBezTo>
                    <a:pt x="676635" y="72453"/>
                    <a:pt x="651321" y="56219"/>
                    <a:pt x="622726" y="56219"/>
                  </a:cubicBezTo>
                  <a:cubicBezTo>
                    <a:pt x="601613" y="56219"/>
                    <a:pt x="586035" y="65038"/>
                    <a:pt x="575171" y="78566"/>
                  </a:cubicBezTo>
                  <a:lnTo>
                    <a:pt x="574863" y="78566"/>
                  </a:lnTo>
                  <a:cubicBezTo>
                    <a:pt x="565229" y="64136"/>
                    <a:pt x="551393" y="56219"/>
                    <a:pt x="530895" y="56219"/>
                  </a:cubicBezTo>
                  <a:cubicBezTo>
                    <a:pt x="512857" y="56219"/>
                    <a:pt x="497791" y="63534"/>
                    <a:pt x="487235" y="77464"/>
                  </a:cubicBezTo>
                  <a:lnTo>
                    <a:pt x="486620" y="77464"/>
                  </a:lnTo>
                  <a:lnTo>
                    <a:pt x="486620" y="59225"/>
                  </a:lnTo>
                  <a:lnTo>
                    <a:pt x="451056" y="59225"/>
                  </a:lnTo>
                  <a:lnTo>
                    <a:pt x="451056" y="209944"/>
                  </a:lnTo>
                  <a:close/>
                </a:path>
              </a:pathLst>
            </a:custGeom>
            <a:solidFill>
              <a:schemeClr val="bg1"/>
            </a:solidFill>
            <a:ln w="1020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066EB5D5-073F-A3C1-DE10-87DFD1E8B3C2}"/>
                </a:ext>
              </a:extLst>
            </p:cNvPr>
            <p:cNvSpPr/>
            <p:nvPr/>
          </p:nvSpPr>
          <p:spPr>
            <a:xfrm>
              <a:off x="11617786" y="488730"/>
              <a:ext cx="157500" cy="150926"/>
            </a:xfrm>
            <a:custGeom>
              <a:avLst/>
              <a:gdLst>
                <a:gd name="connsiteX0" fmla="*/ 156886 w 157500"/>
                <a:gd name="connsiteY0" fmla="*/ 77772 h 150926"/>
                <a:gd name="connsiteX1" fmla="*/ 151351 w 157500"/>
                <a:gd name="connsiteY1" fmla="*/ 87493 h 150926"/>
                <a:gd name="connsiteX2" fmla="*/ 147047 w 157500"/>
                <a:gd name="connsiteY2" fmla="*/ 89898 h 150926"/>
                <a:gd name="connsiteX3" fmla="*/ 93547 w 157500"/>
                <a:gd name="connsiteY3" fmla="*/ 89898 h 150926"/>
                <a:gd name="connsiteX4" fmla="*/ 100722 w 157500"/>
                <a:gd name="connsiteY4" fmla="*/ 102124 h 150926"/>
                <a:gd name="connsiteX5" fmla="*/ 100722 w 157500"/>
                <a:gd name="connsiteY5" fmla="*/ 106834 h 150926"/>
                <a:gd name="connsiteX6" fmla="*/ 94982 w 157500"/>
                <a:gd name="connsiteY6" fmla="*/ 116654 h 150926"/>
                <a:gd name="connsiteX7" fmla="*/ 90780 w 157500"/>
                <a:gd name="connsiteY7" fmla="*/ 118959 h 150926"/>
                <a:gd name="connsiteX8" fmla="*/ 79404 w 157500"/>
                <a:gd name="connsiteY8" fmla="*/ 118959 h 150926"/>
                <a:gd name="connsiteX9" fmla="*/ 75202 w 157500"/>
                <a:gd name="connsiteY9" fmla="*/ 116755 h 150926"/>
                <a:gd name="connsiteX10" fmla="*/ 67822 w 157500"/>
                <a:gd name="connsiteY10" fmla="*/ 104328 h 150926"/>
                <a:gd name="connsiteX11" fmla="*/ 41688 w 157500"/>
                <a:gd name="connsiteY11" fmla="*/ 148522 h 150926"/>
                <a:gd name="connsiteX12" fmla="*/ 37486 w 157500"/>
                <a:gd name="connsiteY12" fmla="*/ 150927 h 150926"/>
                <a:gd name="connsiteX13" fmla="*/ 26109 w 157500"/>
                <a:gd name="connsiteY13" fmla="*/ 150927 h 150926"/>
                <a:gd name="connsiteX14" fmla="*/ 22010 w 157500"/>
                <a:gd name="connsiteY14" fmla="*/ 148522 h 150926"/>
                <a:gd name="connsiteX15" fmla="*/ 16168 w 157500"/>
                <a:gd name="connsiteY15" fmla="*/ 138901 h 150926"/>
                <a:gd name="connsiteX16" fmla="*/ 16168 w 157500"/>
                <a:gd name="connsiteY16" fmla="*/ 134091 h 150926"/>
                <a:gd name="connsiteX17" fmla="*/ 42303 w 157500"/>
                <a:gd name="connsiteY17" fmla="*/ 89898 h 150926"/>
                <a:gd name="connsiteX18" fmla="*/ 10428 w 157500"/>
                <a:gd name="connsiteY18" fmla="*/ 89898 h 150926"/>
                <a:gd name="connsiteX19" fmla="*/ 6226 w 157500"/>
                <a:gd name="connsiteY19" fmla="*/ 87493 h 150926"/>
                <a:gd name="connsiteX20" fmla="*/ 692 w 157500"/>
                <a:gd name="connsiteY20" fmla="*/ 77772 h 150926"/>
                <a:gd name="connsiteX21" fmla="*/ 692 w 157500"/>
                <a:gd name="connsiteY21" fmla="*/ 73162 h 150926"/>
                <a:gd name="connsiteX22" fmla="*/ 6226 w 157500"/>
                <a:gd name="connsiteY22" fmla="*/ 63442 h 150926"/>
                <a:gd name="connsiteX23" fmla="*/ 10428 w 157500"/>
                <a:gd name="connsiteY23" fmla="*/ 61037 h 150926"/>
                <a:gd name="connsiteX24" fmla="*/ 42405 w 157500"/>
                <a:gd name="connsiteY24" fmla="*/ 61037 h 150926"/>
                <a:gd name="connsiteX25" fmla="*/ 16270 w 157500"/>
                <a:gd name="connsiteY25" fmla="*/ 16643 h 150926"/>
                <a:gd name="connsiteX26" fmla="*/ 16373 w 157500"/>
                <a:gd name="connsiteY26" fmla="*/ 11933 h 150926"/>
                <a:gd name="connsiteX27" fmla="*/ 22112 w 157500"/>
                <a:gd name="connsiteY27" fmla="*/ 2312 h 150926"/>
                <a:gd name="connsiteX28" fmla="*/ 26212 w 157500"/>
                <a:gd name="connsiteY28" fmla="*/ 8 h 150926"/>
                <a:gd name="connsiteX29" fmla="*/ 37690 w 157500"/>
                <a:gd name="connsiteY29" fmla="*/ 8 h 150926"/>
                <a:gd name="connsiteX30" fmla="*/ 41893 w 157500"/>
                <a:gd name="connsiteY30" fmla="*/ 2312 h 150926"/>
                <a:gd name="connsiteX31" fmla="*/ 68027 w 157500"/>
                <a:gd name="connsiteY31" fmla="*/ 46606 h 150926"/>
                <a:gd name="connsiteX32" fmla="*/ 75202 w 157500"/>
                <a:gd name="connsiteY32" fmla="*/ 34380 h 150926"/>
                <a:gd name="connsiteX33" fmla="*/ 79301 w 157500"/>
                <a:gd name="connsiteY33" fmla="*/ 31975 h 150926"/>
                <a:gd name="connsiteX34" fmla="*/ 90883 w 157500"/>
                <a:gd name="connsiteY34" fmla="*/ 31975 h 150926"/>
                <a:gd name="connsiteX35" fmla="*/ 95085 w 157500"/>
                <a:gd name="connsiteY35" fmla="*/ 34280 h 150926"/>
                <a:gd name="connsiteX36" fmla="*/ 100824 w 157500"/>
                <a:gd name="connsiteY36" fmla="*/ 43900 h 150926"/>
                <a:gd name="connsiteX37" fmla="*/ 100824 w 157500"/>
                <a:gd name="connsiteY37" fmla="*/ 48610 h 150926"/>
                <a:gd name="connsiteX38" fmla="*/ 93445 w 157500"/>
                <a:gd name="connsiteY38" fmla="*/ 61037 h 150926"/>
                <a:gd name="connsiteX39" fmla="*/ 146842 w 157500"/>
                <a:gd name="connsiteY39" fmla="*/ 61037 h 150926"/>
                <a:gd name="connsiteX40" fmla="*/ 151044 w 157500"/>
                <a:gd name="connsiteY40" fmla="*/ 63342 h 150926"/>
                <a:gd name="connsiteX41" fmla="*/ 156886 w 157500"/>
                <a:gd name="connsiteY41" fmla="*/ 73062 h 150926"/>
                <a:gd name="connsiteX42" fmla="*/ 156886 w 157500"/>
                <a:gd name="connsiteY42" fmla="*/ 77772 h 150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57500" h="150926">
                  <a:moveTo>
                    <a:pt x="156886" y="77772"/>
                  </a:moveTo>
                  <a:lnTo>
                    <a:pt x="151351" y="87493"/>
                  </a:lnTo>
                  <a:cubicBezTo>
                    <a:pt x="150429" y="88996"/>
                    <a:pt x="148789" y="89898"/>
                    <a:pt x="147047" y="89898"/>
                  </a:cubicBezTo>
                  <a:lnTo>
                    <a:pt x="93547" y="89898"/>
                  </a:lnTo>
                  <a:lnTo>
                    <a:pt x="100722" y="102124"/>
                  </a:lnTo>
                  <a:cubicBezTo>
                    <a:pt x="101541" y="103627"/>
                    <a:pt x="101541" y="105431"/>
                    <a:pt x="100722" y="106834"/>
                  </a:cubicBezTo>
                  <a:lnTo>
                    <a:pt x="94982" y="116654"/>
                  </a:lnTo>
                  <a:cubicBezTo>
                    <a:pt x="94060" y="118057"/>
                    <a:pt x="92522" y="118959"/>
                    <a:pt x="90780" y="118959"/>
                  </a:cubicBezTo>
                  <a:lnTo>
                    <a:pt x="79404" y="118959"/>
                  </a:lnTo>
                  <a:cubicBezTo>
                    <a:pt x="77661" y="119160"/>
                    <a:pt x="76124" y="118158"/>
                    <a:pt x="75202" y="116755"/>
                  </a:cubicBezTo>
                  <a:lnTo>
                    <a:pt x="67822" y="104328"/>
                  </a:lnTo>
                  <a:lnTo>
                    <a:pt x="41688" y="148522"/>
                  </a:lnTo>
                  <a:cubicBezTo>
                    <a:pt x="40868" y="150025"/>
                    <a:pt x="39228" y="150927"/>
                    <a:pt x="37486" y="150927"/>
                  </a:cubicBezTo>
                  <a:lnTo>
                    <a:pt x="26109" y="150927"/>
                  </a:lnTo>
                  <a:cubicBezTo>
                    <a:pt x="24367" y="150827"/>
                    <a:pt x="22830" y="149925"/>
                    <a:pt x="22010" y="148522"/>
                  </a:cubicBezTo>
                  <a:lnTo>
                    <a:pt x="16168" y="138901"/>
                  </a:lnTo>
                  <a:cubicBezTo>
                    <a:pt x="15245" y="137398"/>
                    <a:pt x="15245" y="135594"/>
                    <a:pt x="16168" y="134091"/>
                  </a:cubicBezTo>
                  <a:lnTo>
                    <a:pt x="42303" y="89898"/>
                  </a:lnTo>
                  <a:lnTo>
                    <a:pt x="10428" y="89898"/>
                  </a:lnTo>
                  <a:cubicBezTo>
                    <a:pt x="8686" y="89898"/>
                    <a:pt x="7149" y="88996"/>
                    <a:pt x="6226" y="87493"/>
                  </a:cubicBezTo>
                  <a:lnTo>
                    <a:pt x="692" y="77772"/>
                  </a:lnTo>
                  <a:cubicBezTo>
                    <a:pt x="-231" y="76369"/>
                    <a:pt x="-231" y="74565"/>
                    <a:pt x="692" y="73162"/>
                  </a:cubicBezTo>
                  <a:lnTo>
                    <a:pt x="6226" y="63442"/>
                  </a:lnTo>
                  <a:cubicBezTo>
                    <a:pt x="7149" y="61939"/>
                    <a:pt x="8686" y="61037"/>
                    <a:pt x="10428" y="61037"/>
                  </a:cubicBezTo>
                  <a:lnTo>
                    <a:pt x="42405" y="61037"/>
                  </a:lnTo>
                  <a:lnTo>
                    <a:pt x="16270" y="16643"/>
                  </a:lnTo>
                  <a:cubicBezTo>
                    <a:pt x="15450" y="15240"/>
                    <a:pt x="15450" y="13336"/>
                    <a:pt x="16373" y="11933"/>
                  </a:cubicBezTo>
                  <a:lnTo>
                    <a:pt x="22112" y="2312"/>
                  </a:lnTo>
                  <a:cubicBezTo>
                    <a:pt x="23034" y="909"/>
                    <a:pt x="24572" y="8"/>
                    <a:pt x="26212" y="8"/>
                  </a:cubicBezTo>
                  <a:lnTo>
                    <a:pt x="37690" y="8"/>
                  </a:lnTo>
                  <a:cubicBezTo>
                    <a:pt x="39433" y="-93"/>
                    <a:pt x="41073" y="809"/>
                    <a:pt x="41893" y="2312"/>
                  </a:cubicBezTo>
                  <a:lnTo>
                    <a:pt x="68027" y="46606"/>
                  </a:lnTo>
                  <a:lnTo>
                    <a:pt x="75202" y="34380"/>
                  </a:lnTo>
                  <a:cubicBezTo>
                    <a:pt x="76022" y="32977"/>
                    <a:pt x="77661" y="32075"/>
                    <a:pt x="79301" y="31975"/>
                  </a:cubicBezTo>
                  <a:lnTo>
                    <a:pt x="90883" y="31975"/>
                  </a:lnTo>
                  <a:cubicBezTo>
                    <a:pt x="92625" y="31975"/>
                    <a:pt x="94162" y="32877"/>
                    <a:pt x="95085" y="34280"/>
                  </a:cubicBezTo>
                  <a:lnTo>
                    <a:pt x="100824" y="43900"/>
                  </a:lnTo>
                  <a:cubicBezTo>
                    <a:pt x="101746" y="45303"/>
                    <a:pt x="101746" y="47207"/>
                    <a:pt x="100824" y="48610"/>
                  </a:cubicBezTo>
                  <a:lnTo>
                    <a:pt x="93445" y="61037"/>
                  </a:lnTo>
                  <a:lnTo>
                    <a:pt x="146842" y="61037"/>
                  </a:lnTo>
                  <a:cubicBezTo>
                    <a:pt x="148584" y="61037"/>
                    <a:pt x="150224" y="61939"/>
                    <a:pt x="151044" y="63342"/>
                  </a:cubicBezTo>
                  <a:lnTo>
                    <a:pt x="156886" y="73062"/>
                  </a:lnTo>
                  <a:cubicBezTo>
                    <a:pt x="157706" y="74565"/>
                    <a:pt x="157706" y="76369"/>
                    <a:pt x="156886" y="77772"/>
                  </a:cubicBezTo>
                  <a:close/>
                </a:path>
              </a:pathLst>
            </a:custGeom>
            <a:solidFill>
              <a:schemeClr val="accent1"/>
            </a:solidFill>
            <a:ln w="1020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F43D30D-1D91-3199-89C1-20BAD1A7FF3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286E517-27FD-724C-8CDA-B9CAAB2FEEB1}" type="datetime1">
              <a:rPr lang="de-DE" smtClean="0"/>
              <a:t>26.04.26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F01B15E-3E55-C75D-8858-B3156D9F71D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23922B38-E7F6-47F2-2A52-609C4093471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8011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692150"/>
            <a:ext cx="11104178" cy="57626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22767E8-7326-B0A0-4B9E-47D77B89D3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081380" y="399148"/>
            <a:ext cx="1793117" cy="704438"/>
          </a:xfrm>
          <a:prstGeom prst="rect">
            <a:avLst/>
          </a:prstGeom>
        </p:spPr>
      </p:pic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9F7FC999-F62E-061E-F41B-CBB884B30B9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406052" y="1484313"/>
            <a:ext cx="2296543" cy="2296543"/>
          </a:xfrm>
          <a:prstGeom prst="roundRect">
            <a:avLst>
              <a:gd name="adj" fmla="val 5165"/>
            </a:avLst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403" b="403"/>
            </a:stretch>
          </a:blipFill>
        </p:spPr>
        <p:txBody>
          <a:bodyPr anchor="ctr">
            <a:normAutofit/>
          </a:bodyPr>
          <a:lstStyle>
            <a:lvl1pPr marL="0" indent="0" algn="ctr">
              <a:buNone/>
              <a:defRPr sz="1000">
                <a:solidFill>
                  <a:schemeClr val="accent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4" name="Bildplatzhalter 6">
            <a:extLst>
              <a:ext uri="{FF2B5EF4-FFF2-40B4-BE49-F238E27FC236}">
                <a16:creationId xmlns:a16="http://schemas.microsoft.com/office/drawing/2014/main" id="{4DE462C7-3B2B-2AA6-B5D2-2DECF08C3A4C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351546" y="1484313"/>
            <a:ext cx="2296543" cy="2296543"/>
          </a:xfrm>
          <a:prstGeom prst="roundRect">
            <a:avLst>
              <a:gd name="adj" fmla="val 5165"/>
            </a:avLst>
          </a:prstGeom>
          <a:blipFill>
            <a:blip r:embed="rId4"/>
            <a:srcRect/>
            <a:stretch>
              <a:fillRect t="403" b="403"/>
            </a:stretch>
          </a:blipFill>
        </p:spPr>
        <p:txBody>
          <a:bodyPr anchor="ctr">
            <a:normAutofit/>
          </a:bodyPr>
          <a:lstStyle>
            <a:lvl1pPr marL="0" indent="0" algn="ctr">
              <a:buNone/>
              <a:defRPr sz="1000">
                <a:solidFill>
                  <a:schemeClr val="accent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DB00A997-7239-06A6-8E65-C1850534A35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43910" y="1484313"/>
            <a:ext cx="5242040" cy="4573588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00"/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E1180FBE-B9EA-F1E6-DAAF-C4F163BF974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385910" y="3937376"/>
            <a:ext cx="2316685" cy="107626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00"/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94BA8414-1060-1FDE-6C7F-2D65D197327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372950" y="3937376"/>
            <a:ext cx="2316685" cy="107626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00"/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0EB91DC-8562-5438-E804-47186B9D12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E5A395-86D0-61D2-C5BF-26A9A0ECD7FC}"/>
              </a:ext>
            </a:extLst>
          </p:cNvPr>
          <p:cNvSpPr>
            <a:spLocks noGrp="1"/>
          </p:cNvSpPr>
          <p:nvPr>
            <p:ph type="dt" sz="half" idx="34"/>
          </p:nvPr>
        </p:nvSpPr>
        <p:spPr/>
        <p:txBody>
          <a:bodyPr/>
          <a:lstStyle/>
          <a:p>
            <a:fld id="{3DE585E0-48C3-384E-8A1D-33D83C2E17AD}" type="datetime1">
              <a:rPr lang="de-DE" smtClean="0"/>
              <a:t>26.04.26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6F9FB85-CD16-6E42-906D-1BCA2230218D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BC27AB4-DE0B-E444-986C-E37739C4753C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588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0FD8F30-277A-6EAB-8DAA-C227F0B879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3043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AFED4C9-7565-BACA-6DCF-DFA87C7FD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1" y="692150"/>
            <a:ext cx="11104178" cy="57626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B75D1A-A8DF-8695-5702-1585A0CBF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3911" y="1484313"/>
            <a:ext cx="11104178" cy="45719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EA726522-8C68-2CBF-36EB-9E22A4E232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24001" y="6356350"/>
            <a:ext cx="44489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6EDF63-05FF-DE46-B038-6EE9C8CD86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3911" y="6356350"/>
            <a:ext cx="8402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D9EADE5-CDD8-3D49-9A13-7C2A5618FC37}" type="datetime1">
              <a:rPr lang="de-DE" smtClean="0"/>
              <a:pPr/>
              <a:t>26.04.26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3A2E9A5-B66B-4DF2-6572-5E9456347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62288" y="6356350"/>
            <a:ext cx="685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8173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63" r:id="rId5"/>
    <p:sldLayoutId id="2147483651" r:id="rId6"/>
    <p:sldLayoutId id="2147483650" r:id="rId7"/>
    <p:sldLayoutId id="2147483652" r:id="rId8"/>
    <p:sldLayoutId id="2147483664" r:id="rId9"/>
    <p:sldLayoutId id="2147483665" r:id="rId10"/>
    <p:sldLayoutId id="2147483666" r:id="rId11"/>
    <p:sldLayoutId id="2147483655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1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884" userDrawn="1">
          <p15:clr>
            <a:srgbClr val="F26B43"/>
          </p15:clr>
        </p15:guide>
        <p15:guide id="4" orient="horz" pos="436" userDrawn="1">
          <p15:clr>
            <a:srgbClr val="F26B43"/>
          </p15:clr>
        </p15:guide>
        <p15:guide id="5" orient="horz" pos="3816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935" userDrawn="1">
          <p15:clr>
            <a:srgbClr val="F26B43"/>
          </p15:clr>
        </p15:guide>
        <p15:guide id="8" orient="horz" pos="295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DD9CFA5-F758-1F1E-7095-500D6D77E3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Porsche AG</a:t>
            </a:r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88DC92D6-3823-52B7-906A-06586FDD2C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Erick, Jonas und Tizian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6043B93-7D02-2D2C-328B-421FD5D6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08975-BF0A-7B44-92E1-7652B37C0A9E}" type="datetime1">
              <a:rPr lang="de-DE" smtClean="0"/>
              <a:t>26.04.26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D78AD1A-12B3-BC86-1B22-2394678886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50"/>
            <a:ext cx="1147882" cy="4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548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BD7966C-4250-3D76-8469-A743242CF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b="1" dirty="0"/>
              <a:t>Kurzvorstellung Porsche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46FEF16-8EEF-8347-E370-F1CF63B33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2400" b="1" dirty="0"/>
              <a:t>Wer ist Porsche?</a:t>
            </a:r>
          </a:p>
          <a:p>
            <a:r>
              <a:rPr lang="de-DE" dirty="0"/>
              <a:t>Deutscher Premium- und Luxusautohersteller</a:t>
            </a:r>
          </a:p>
          <a:p>
            <a:r>
              <a:rPr lang="de-DE" dirty="0"/>
              <a:t>Sitz in Stuttgart</a:t>
            </a:r>
          </a:p>
          <a:p>
            <a:r>
              <a:rPr lang="de-DE" dirty="0"/>
              <a:t>Teil des Volkswagen Konzern</a:t>
            </a:r>
          </a:p>
          <a:p>
            <a:r>
              <a:rPr lang="de-DE" dirty="0"/>
              <a:t>Fokus aus Sportwagen, SUVs und Elektromobilität</a:t>
            </a:r>
          </a:p>
          <a:p>
            <a:r>
              <a:rPr lang="de-DE" dirty="0"/>
              <a:t>High Tech/ Medium-High-Tech Automobilsektor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sz="2400" b="1" dirty="0"/>
              <a:t>Kennzahlen 2025:</a:t>
            </a:r>
          </a:p>
          <a:p>
            <a:r>
              <a:rPr lang="de-DE" dirty="0"/>
              <a:t>Umsatz: 36,27 Mrd. </a:t>
            </a:r>
            <a:r>
              <a:rPr lang="en-US" dirty="0"/>
              <a:t>€</a:t>
            </a:r>
          </a:p>
          <a:p>
            <a:r>
              <a:rPr lang="de-DE" dirty="0"/>
              <a:t>Ausgelieferte Fahrzeuge: 279.449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B72C6F-6B79-073F-A15E-10D6D22F180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330FADF-6D44-8D41-AA5D-7DEBB4805979}" type="datetime1">
              <a:rPr lang="de-DE" smtClean="0"/>
              <a:t>26.04.26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BAA7DFF-54D3-2EE2-5BA1-96CF77D3F48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Technologie Management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0651520-E00E-332F-DA9F-3B7A39F509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2</a:t>
            </a:fld>
            <a:endParaRPr lang="de-D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A489F3-8221-3037-1159-4F9FABCA0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140" y="1566862"/>
            <a:ext cx="4077949" cy="40779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A46C16-B50D-E24A-46EA-202594FC6074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80629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B88C29C-C7C9-D18C-9814-D313661CF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 dirty="0"/>
              <a:t>Mit Welchen Produkten und Dienstleistungen verdient Porsche sein Geld?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5484A38-45B0-441D-9BCB-F6247F437C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de-DE" b="1" dirty="0"/>
              <a:t>Fahrzeugverkauf:</a:t>
            </a:r>
          </a:p>
          <a:p>
            <a:pPr lvl="1"/>
            <a:r>
              <a:rPr lang="de-DE" dirty="0"/>
              <a:t>Größter Umsatzanteil</a:t>
            </a:r>
          </a:p>
          <a:p>
            <a:pPr lvl="1"/>
            <a:r>
              <a:rPr lang="de-DE" dirty="0"/>
              <a:t>Verkauf von Premiumfahrzeugen weltweit</a:t>
            </a:r>
          </a:p>
          <a:p>
            <a:pPr marL="457200" lvl="1" indent="0">
              <a:buNone/>
            </a:pP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b="1" dirty="0"/>
              <a:t>Finanzdienstleistungen:</a:t>
            </a:r>
          </a:p>
          <a:p>
            <a:pPr lvl="1"/>
            <a:r>
              <a:rPr lang="de-DE" dirty="0"/>
              <a:t>Leasing</a:t>
            </a:r>
          </a:p>
          <a:p>
            <a:pPr lvl="1"/>
            <a:r>
              <a:rPr lang="de-DE" dirty="0"/>
              <a:t>Finanzierung</a:t>
            </a:r>
          </a:p>
          <a:p>
            <a:pPr lvl="1"/>
            <a:r>
              <a:rPr lang="de-DE" dirty="0"/>
              <a:t>Versicherungen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ADA129A-F433-4F80-F3F3-3F5BD4E4053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3"/>
            </a:pPr>
            <a:r>
              <a:rPr lang="de-DE" b="1" dirty="0"/>
              <a:t>Aftersales</a:t>
            </a:r>
          </a:p>
          <a:p>
            <a:pPr lvl="1"/>
            <a:r>
              <a:rPr lang="de-DE" dirty="0"/>
              <a:t>Wartung</a:t>
            </a:r>
          </a:p>
          <a:p>
            <a:pPr lvl="1"/>
            <a:r>
              <a:rPr lang="de-DE" dirty="0"/>
              <a:t>Ersatzteile</a:t>
            </a:r>
          </a:p>
          <a:p>
            <a:pPr lvl="1"/>
            <a:r>
              <a:rPr lang="de-DE" dirty="0"/>
              <a:t>Zubehör</a:t>
            </a:r>
          </a:p>
          <a:p>
            <a:pPr marL="457200" lvl="1" indent="0">
              <a:buNone/>
            </a:pPr>
            <a:endParaRPr lang="de-DE" dirty="0"/>
          </a:p>
          <a:p>
            <a:pPr marL="457200" indent="-457200">
              <a:buFont typeface="+mj-lt"/>
              <a:buAutoNum type="arabicPeriod" startAt="4"/>
            </a:pPr>
            <a:r>
              <a:rPr lang="de-DE" b="1" dirty="0"/>
              <a:t>Dienstleistungen</a:t>
            </a:r>
          </a:p>
          <a:p>
            <a:pPr lvl="1"/>
            <a:r>
              <a:rPr lang="de-DE" dirty="0"/>
              <a:t>Porsche Engineering</a:t>
            </a:r>
          </a:p>
          <a:p>
            <a:pPr lvl="1"/>
            <a:r>
              <a:rPr lang="de-DE" dirty="0"/>
              <a:t>Porsche Consulting</a:t>
            </a:r>
          </a:p>
          <a:p>
            <a:pPr marL="457200" lvl="1" indent="0">
              <a:buNone/>
            </a:pPr>
            <a:r>
              <a:rPr lang="de-DE" dirty="0"/>
              <a:t>	</a:t>
            </a:r>
          </a:p>
          <a:p>
            <a:pPr marL="457200" lvl="1" indent="0">
              <a:buNone/>
            </a:pPr>
            <a:endParaRPr lang="de-DE" dirty="0"/>
          </a:p>
          <a:p>
            <a:pPr marL="457200" lvl="1" indent="0">
              <a:buNone/>
            </a:pP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C35C11C-1596-9EB4-D314-3D362DA48E4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535DD1C-4027-484B-B431-BB001D18B19F}" type="datetime1">
              <a:rPr lang="de-DE" smtClean="0"/>
              <a:t>26.04.26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7F85A757-8554-5207-7AA1-A817A58A38C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Technologie Management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4B73E4BD-AC13-FB53-0E5C-46EA022DD23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A0EF39-FEE1-042E-6FD3-03B2FD1627C7}"/>
              </a:ext>
            </a:extLst>
          </p:cNvPr>
          <p:cNvSpPr txBox="1"/>
          <p:nvPr/>
        </p:nvSpPr>
        <p:spPr>
          <a:xfrm>
            <a:off x="690828" y="4538364"/>
            <a:ext cx="5111389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FF0000"/>
              </a:buClr>
            </a:pPr>
            <a:r>
              <a:rPr lang="de-DE" sz="2400" b="1" dirty="0"/>
              <a:t>Erfolgreichsten Modelle 2025: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dirty="0"/>
              <a:t>Porsche Macan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dirty="0"/>
              <a:t>Top-Seller mit 84.328 Einheiten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dirty="0"/>
              <a:t>Porsche 911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dirty="0"/>
              <a:t>Hohe Marge, Markenikone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673BD-31A0-3133-447A-7D33C6FB26AD}"/>
              </a:ext>
            </a:extLst>
          </p:cNvPr>
          <p:cNvSpPr txBox="1"/>
          <p:nvPr/>
        </p:nvSpPr>
        <p:spPr>
          <a:xfrm>
            <a:off x="6373510" y="4538364"/>
            <a:ext cx="524203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dirty="0"/>
              <a:t>Porsche Cayenne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dirty="0"/>
              <a:t>Starkes SUV-Segment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dirty="0"/>
              <a:t>Porsche Taycan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dirty="0"/>
              <a:t>Elektromobilität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dirty="0"/>
              <a:t>Porsche Panamera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dirty="0"/>
              <a:t>Luxuslimousine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774B99-3090-38AB-E6E0-435A786624D6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016959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556DE-3A06-4C99-4325-A13B33667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F9D806A-601C-4DDF-9C82-A049A90E3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dirty="0"/>
              <a:t>Eigentümerstruktur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EA25F74-4BE5-425C-8A7E-25C795EA2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Volkswagen AG </a:t>
            </a:r>
          </a:p>
          <a:p>
            <a:r>
              <a:rPr lang="de-DE" dirty="0"/>
              <a:t>Mehrheitseigentümer</a:t>
            </a:r>
          </a:p>
          <a:p>
            <a:r>
              <a:rPr lang="de-DE" dirty="0"/>
              <a:t>Kontrolliert Porsche operativ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Porsche Automobil Holding SE</a:t>
            </a:r>
          </a:p>
          <a:p>
            <a:r>
              <a:rPr lang="de-DE" dirty="0"/>
              <a:t>Sperrminorität</a:t>
            </a:r>
          </a:p>
          <a:p>
            <a:r>
              <a:rPr lang="de-DE" dirty="0"/>
              <a:t>Kann wichtige Entscheidungen blockieren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Börseninvestoren</a:t>
            </a:r>
          </a:p>
          <a:p>
            <a:r>
              <a:rPr lang="de-DE" dirty="0"/>
              <a:t>Können investieren</a:t>
            </a:r>
          </a:p>
          <a:p>
            <a:r>
              <a:rPr lang="de-DE" dirty="0"/>
              <a:t>Haben aber kein Stimmrecht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0246ABC-3CCA-F2FB-C73B-DC8BAEE0DD4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330FADF-6D44-8D41-AA5D-7DEBB4805979}" type="datetime1">
              <a:rPr lang="de-DE" smtClean="0"/>
              <a:t>26.04.26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A28D151-CADD-9A02-CBA2-40E86D51D2E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Technologie Management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6366D72-717A-C045-5F85-C3F2F9B0E75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40982F-49E5-F3B0-1319-C2F2A3AC3432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3883565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882EF-0F9B-E2E1-D2D1-53AA416A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1E4218E6-D486-7429-7CD6-418C9E1E4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dirty="0"/>
              <a:t>Unternehmensführung und Organisation</a:t>
            </a:r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3392806C-A7A9-4597-06EC-FA3E42740C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6513074"/>
              </p:ext>
            </p:extLst>
          </p:nvPr>
        </p:nvGraphicFramePr>
        <p:xfrm>
          <a:off x="543911" y="1484314"/>
          <a:ext cx="11104178" cy="4681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A30877-4CE6-ECB0-3692-25AE23BB11E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330FADF-6D44-8D41-AA5D-7DEBB4805979}" type="datetime1">
              <a:rPr lang="de-DE" smtClean="0"/>
              <a:t>26.04.26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A885398-EF40-B4E3-3F23-D2666D1679F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Technologie Management        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597BD3C-4768-D260-298C-D44D191254D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8AAB80-B25B-228E-D72A-33928362770A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430076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2">
            <a:extLst>
              <a:ext uri="{FF2B5EF4-FFF2-40B4-BE49-F238E27FC236}">
                <a16:creationId xmlns:a16="http://schemas.microsoft.com/office/drawing/2014/main" id="{57DBC93D-0404-C8BD-857A-72CFB8351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692151"/>
            <a:ext cx="11104178" cy="3190301"/>
          </a:xfrm>
        </p:spPr>
        <p:txBody>
          <a:bodyPr>
            <a:normAutofit/>
          </a:bodyPr>
          <a:lstStyle/>
          <a:p>
            <a:pPr algn="ctr"/>
            <a:r>
              <a:rPr lang="de-DE" sz="4400" b="1" dirty="0"/>
              <a:t>Danke für Ihre Aufmerksamkeit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3FE67B-5550-30DE-3400-547C40C6EF14}"/>
              </a:ext>
            </a:extLst>
          </p:cNvPr>
          <p:cNvSpPr>
            <a:spLocks noGrp="1"/>
          </p:cNvSpPr>
          <p:nvPr>
            <p:ph type="dt" sz="half" idx="34"/>
          </p:nvPr>
        </p:nvSpPr>
        <p:spPr/>
        <p:txBody>
          <a:bodyPr/>
          <a:lstStyle/>
          <a:p>
            <a:fld id="{4A902C8B-D8AB-8148-93B8-99FB64F8C69C}" type="datetime1">
              <a:rPr lang="de-DE" smtClean="0"/>
              <a:t>26.04.26</a:t>
            </a:fld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3216DAEF-9F62-846F-EBD2-6E6A1BBDD658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dirty="0"/>
              <a:t>Technologie Management 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DBCED7-DFB2-60D1-F807-3E52A38BE984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t>6</a:t>
            </a:fld>
            <a:endParaRPr lang="de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F7405-3257-8A45-1747-541BACD0F004}"/>
              </a:ext>
            </a:extLst>
          </p:cNvPr>
          <p:cNvSpPr txBox="1"/>
          <p:nvPr/>
        </p:nvSpPr>
        <p:spPr>
          <a:xfrm>
            <a:off x="812073" y="5242519"/>
            <a:ext cx="10493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Quellen</a:t>
            </a:r>
            <a:r>
              <a:rPr lang="en-US" b="1" dirty="0"/>
              <a:t>: </a:t>
            </a:r>
          </a:p>
          <a:p>
            <a:r>
              <a:rPr lang="en-US" dirty="0"/>
              <a:t>[1]: https://</a:t>
            </a:r>
            <a:r>
              <a:rPr lang="en-US" dirty="0" err="1"/>
              <a:t>newsroom.porsche.com</a:t>
            </a:r>
            <a:r>
              <a:rPr lang="en-US" dirty="0"/>
              <a:t>/dam/jcr:fef9c29d-c204-4311-b143-61a68251ee58/Geschaefts-und_Nachhaltigkeitsbericht_2025_Porsche_AG.pdf</a:t>
            </a:r>
          </a:p>
        </p:txBody>
      </p:sp>
    </p:spTree>
    <p:extLst>
      <p:ext uri="{BB962C8B-B14F-4D97-AF65-F5344CB8AC3E}">
        <p14:creationId xmlns:p14="http://schemas.microsoft.com/office/powerpoint/2010/main" val="130504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srm">
      <a:dk1>
        <a:srgbClr val="361E47"/>
      </a:dk1>
      <a:lt1>
        <a:srgbClr val="FFFFFF"/>
      </a:lt1>
      <a:dk2>
        <a:srgbClr val="5E3EE1"/>
      </a:dk2>
      <a:lt2>
        <a:srgbClr val="D8D1DB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E00514"/>
      </a:hlink>
      <a:folHlink>
        <a:srgbClr val="A42464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 w="9231" cap="flat">
          <a:noFill/>
          <a:prstDash val="solid"/>
          <a:miter/>
        </a:ln>
      </a:spPr>
      <a:bodyPr rtlCol="0" anchor="ctr"/>
      <a:lstStyle>
        <a:defPPr algn="ctr">
          <a:defRPr sz="11500" b="1" dirty="0" smtClean="0">
            <a:solidFill>
              <a:schemeClr val="bg1"/>
            </a:solidFill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207</Words>
  <Application>Microsoft Macintosh PowerPoint</Application>
  <PresentationFormat>Widescreen</PresentationFormat>
  <Paragraphs>84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Aptos</vt:lpstr>
      <vt:lpstr>Arial</vt:lpstr>
      <vt:lpstr>Office</vt:lpstr>
      <vt:lpstr>Porsche AG</vt:lpstr>
      <vt:lpstr>Kurzvorstellung Porsche</vt:lpstr>
      <vt:lpstr>Mit Welchen Produkten und Dienstleistungen verdient Porsche sein Geld?</vt:lpstr>
      <vt:lpstr>Eigentümerstruktur</vt:lpstr>
      <vt:lpstr>Unternehmensführung und Organisation</vt:lpstr>
      <vt:lpstr>Danke für Ihre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Laurenz Nielbock</dc:creator>
  <cp:lastModifiedBy>mhw103xbjg@hsrheinmain.onmicrosoft.com</cp:lastModifiedBy>
  <cp:revision>60</cp:revision>
  <dcterms:created xsi:type="dcterms:W3CDTF">2025-07-31T10:12:17Z</dcterms:created>
  <dcterms:modified xsi:type="dcterms:W3CDTF">2026-04-26T20:25:14Z</dcterms:modified>
</cp:coreProperties>
</file>